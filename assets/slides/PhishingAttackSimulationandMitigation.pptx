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Lexend Light"/>
      <p:regular r:id="rId26"/>
      <p:bold r:id="rId27"/>
    </p:embeddedFont>
    <p:embeddedFont>
      <p:font typeface="Lexend Medium"/>
      <p:regular r:id="rId28"/>
      <p:bold r:id="rId29"/>
    </p:embeddedFont>
    <p:embeddedFont>
      <p:font typeface="Lexend"/>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2" roundtripDataSignature="AMtx7mjWclWn/0+IkOtqoNRVonujbuVQ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exendLight-regular.fntdata"/><Relationship Id="rId25" Type="http://schemas.openxmlformats.org/officeDocument/2006/relationships/slide" Target="slides/slide20.xml"/><Relationship Id="rId28" Type="http://schemas.openxmlformats.org/officeDocument/2006/relationships/font" Target="fonts/LexendMedium-regular.fntdata"/><Relationship Id="rId27" Type="http://schemas.openxmlformats.org/officeDocument/2006/relationships/font" Target="fonts/Lexend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exend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exend-bold.fntdata"/><Relationship Id="rId30" Type="http://schemas.openxmlformats.org/officeDocument/2006/relationships/font" Target="fonts/Lexend-regular.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3" name="Google Shape;186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0" name="Google Shape;190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3" name="Shape 1923"/>
        <p:cNvGrpSpPr/>
        <p:nvPr/>
      </p:nvGrpSpPr>
      <p:grpSpPr>
        <a:xfrm>
          <a:off x="0" y="0"/>
          <a:ext cx="0" cy="0"/>
          <a:chOff x="0" y="0"/>
          <a:chExt cx="0" cy="0"/>
        </a:xfrm>
      </p:grpSpPr>
      <p:sp>
        <p:nvSpPr>
          <p:cNvPr id="1924" name="Google Shape;192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5" name="Google Shape;192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7" name="Shape 1957"/>
        <p:cNvGrpSpPr/>
        <p:nvPr/>
      </p:nvGrpSpPr>
      <p:grpSpPr>
        <a:xfrm>
          <a:off x="0" y="0"/>
          <a:ext cx="0" cy="0"/>
          <a:chOff x="0" y="0"/>
          <a:chExt cx="0" cy="0"/>
        </a:xfrm>
      </p:grpSpPr>
      <p:sp>
        <p:nvSpPr>
          <p:cNvPr id="1958" name="Google Shape;195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9" name="Google Shape;19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2" name="Shape 1972"/>
        <p:cNvGrpSpPr/>
        <p:nvPr/>
      </p:nvGrpSpPr>
      <p:grpSpPr>
        <a:xfrm>
          <a:off x="0" y="0"/>
          <a:ext cx="0" cy="0"/>
          <a:chOff x="0" y="0"/>
          <a:chExt cx="0" cy="0"/>
        </a:xfrm>
      </p:grpSpPr>
      <p:sp>
        <p:nvSpPr>
          <p:cNvPr id="1973" name="Google Shape;197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4" name="Google Shape;197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0" name="Shape 2060"/>
        <p:cNvGrpSpPr/>
        <p:nvPr/>
      </p:nvGrpSpPr>
      <p:grpSpPr>
        <a:xfrm>
          <a:off x="0" y="0"/>
          <a:ext cx="0" cy="0"/>
          <a:chOff x="0" y="0"/>
          <a:chExt cx="0" cy="0"/>
        </a:xfrm>
      </p:grpSpPr>
      <p:sp>
        <p:nvSpPr>
          <p:cNvPr id="2061" name="Google Shape;206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2" name="Google Shape;206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1" name="Shape 2081"/>
        <p:cNvGrpSpPr/>
        <p:nvPr/>
      </p:nvGrpSpPr>
      <p:grpSpPr>
        <a:xfrm>
          <a:off x="0" y="0"/>
          <a:ext cx="0" cy="0"/>
          <a:chOff x="0" y="0"/>
          <a:chExt cx="0" cy="0"/>
        </a:xfrm>
      </p:grpSpPr>
      <p:sp>
        <p:nvSpPr>
          <p:cNvPr id="2082" name="Google Shape;208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3" name="Google Shape;208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g354e8260f0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1" name="Google Shape;2111;g354e8260f0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0" name="Google Shape;214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2" name="Shape 2162"/>
        <p:cNvGrpSpPr/>
        <p:nvPr/>
      </p:nvGrpSpPr>
      <p:grpSpPr>
        <a:xfrm>
          <a:off x="0" y="0"/>
          <a:ext cx="0" cy="0"/>
          <a:chOff x="0" y="0"/>
          <a:chExt cx="0" cy="0"/>
        </a:xfrm>
      </p:grpSpPr>
      <p:sp>
        <p:nvSpPr>
          <p:cNvPr id="2163" name="Google Shape;216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4" name="Google Shape;216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7" name="Shape 2207"/>
        <p:cNvGrpSpPr/>
        <p:nvPr/>
      </p:nvGrpSpPr>
      <p:grpSpPr>
        <a:xfrm>
          <a:off x="0" y="0"/>
          <a:ext cx="0" cy="0"/>
          <a:chOff x="0" y="0"/>
          <a:chExt cx="0" cy="0"/>
        </a:xfrm>
      </p:grpSpPr>
      <p:sp>
        <p:nvSpPr>
          <p:cNvPr id="2208" name="Google Shape;220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9" name="Google Shape;220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7" name="Shape 2227"/>
        <p:cNvGrpSpPr/>
        <p:nvPr/>
      </p:nvGrpSpPr>
      <p:grpSpPr>
        <a:xfrm>
          <a:off x="0" y="0"/>
          <a:ext cx="0" cy="0"/>
          <a:chOff x="0" y="0"/>
          <a:chExt cx="0" cy="0"/>
        </a:xfrm>
      </p:grpSpPr>
      <p:sp>
        <p:nvSpPr>
          <p:cNvPr id="2228" name="Google Shape;2228;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9" name="Google Shape;222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2" name="Shape 2252"/>
        <p:cNvGrpSpPr/>
        <p:nvPr/>
      </p:nvGrpSpPr>
      <p:grpSpPr>
        <a:xfrm>
          <a:off x="0" y="0"/>
          <a:ext cx="0" cy="0"/>
          <a:chOff x="0" y="0"/>
          <a:chExt cx="0" cy="0"/>
        </a:xfrm>
      </p:grpSpPr>
      <p:sp>
        <p:nvSpPr>
          <p:cNvPr id="2253" name="Google Shape;225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4" name="Google Shape;22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0" name="Shape 2340"/>
        <p:cNvGrpSpPr/>
        <p:nvPr/>
      </p:nvGrpSpPr>
      <p:grpSpPr>
        <a:xfrm>
          <a:off x="0" y="0"/>
          <a:ext cx="0" cy="0"/>
          <a:chOff x="0" y="0"/>
          <a:chExt cx="0" cy="0"/>
        </a:xfrm>
      </p:grpSpPr>
      <p:sp>
        <p:nvSpPr>
          <p:cNvPr id="2341" name="Google Shape;234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2" name="Google Shape;234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4" name="Shape 2374"/>
        <p:cNvGrpSpPr/>
        <p:nvPr/>
      </p:nvGrpSpPr>
      <p:grpSpPr>
        <a:xfrm>
          <a:off x="0" y="0"/>
          <a:ext cx="0" cy="0"/>
          <a:chOff x="0" y="0"/>
          <a:chExt cx="0" cy="0"/>
        </a:xfrm>
      </p:grpSpPr>
      <p:sp>
        <p:nvSpPr>
          <p:cNvPr id="2375" name="Google Shape;237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6" name="Google Shape;237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6" name="Shape 2406"/>
        <p:cNvGrpSpPr/>
        <p:nvPr/>
      </p:nvGrpSpPr>
      <p:grpSpPr>
        <a:xfrm>
          <a:off x="0" y="0"/>
          <a:ext cx="0" cy="0"/>
          <a:chOff x="0" y="0"/>
          <a:chExt cx="0" cy="0"/>
        </a:xfrm>
      </p:grpSpPr>
      <p:sp>
        <p:nvSpPr>
          <p:cNvPr id="2407" name="Google Shape;240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8" name="Google Shape;240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8" name="Shape 2438"/>
        <p:cNvGrpSpPr/>
        <p:nvPr/>
      </p:nvGrpSpPr>
      <p:grpSpPr>
        <a:xfrm>
          <a:off x="0" y="0"/>
          <a:ext cx="0" cy="0"/>
          <a:chOff x="0" y="0"/>
          <a:chExt cx="0" cy="0"/>
        </a:xfrm>
      </p:grpSpPr>
      <p:sp>
        <p:nvSpPr>
          <p:cNvPr id="2439" name="Google Shape;243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0" name="Google Shape;244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5" name="Shape 2465"/>
        <p:cNvGrpSpPr/>
        <p:nvPr/>
      </p:nvGrpSpPr>
      <p:grpSpPr>
        <a:xfrm>
          <a:off x="0" y="0"/>
          <a:ext cx="0" cy="0"/>
          <a:chOff x="0" y="0"/>
          <a:chExt cx="0" cy="0"/>
        </a:xfrm>
      </p:grpSpPr>
      <p:sp>
        <p:nvSpPr>
          <p:cNvPr id="2466" name="Google Shape;246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7" name="Google Shape;246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0" name="Shape 2490"/>
        <p:cNvGrpSpPr/>
        <p:nvPr/>
      </p:nvGrpSpPr>
      <p:grpSpPr>
        <a:xfrm>
          <a:off x="0" y="0"/>
          <a:ext cx="0" cy="0"/>
          <a:chOff x="0" y="0"/>
          <a:chExt cx="0" cy="0"/>
        </a:xfrm>
      </p:grpSpPr>
      <p:sp>
        <p:nvSpPr>
          <p:cNvPr id="2491" name="Google Shape;2491;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2" name="Google Shape;249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8" name="Shape 2508"/>
        <p:cNvGrpSpPr/>
        <p:nvPr/>
      </p:nvGrpSpPr>
      <p:grpSpPr>
        <a:xfrm>
          <a:off x="0" y="0"/>
          <a:ext cx="0" cy="0"/>
          <a:chOff x="0" y="0"/>
          <a:chExt cx="0" cy="0"/>
        </a:xfrm>
      </p:grpSpPr>
      <p:sp>
        <p:nvSpPr>
          <p:cNvPr id="2509" name="Google Shape;250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0" name="Google Shape;251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olid with header">
  <p:cSld name="CUSTOM">
    <p:spTree>
      <p:nvGrpSpPr>
        <p:cNvPr id="9" name="Shape 9"/>
        <p:cNvGrpSpPr/>
        <p:nvPr/>
      </p:nvGrpSpPr>
      <p:grpSpPr>
        <a:xfrm>
          <a:off x="0" y="0"/>
          <a:ext cx="0" cy="0"/>
          <a:chOff x="0" y="0"/>
          <a:chExt cx="0" cy="0"/>
        </a:xfrm>
      </p:grpSpPr>
      <p:sp>
        <p:nvSpPr>
          <p:cNvPr id="10" name="Google Shape;10;p2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12" name="Google Shape;12;p21"/>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3" name="Google Shape;13;p21"/>
          <p:cNvSpPr txBox="1"/>
          <p:nvPr>
            <p:ph idx="2" type="subTitle"/>
          </p:nvPr>
        </p:nvSpPr>
        <p:spPr>
          <a:xfrm>
            <a:off x="5767125" y="425525"/>
            <a:ext cx="3238500" cy="9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1"/>
          <p:cNvSpPr txBox="1"/>
          <p:nvPr>
            <p:ph type="title"/>
          </p:nvPr>
        </p:nvSpPr>
        <p:spPr>
          <a:xfrm>
            <a:off x="208725" y="344175"/>
            <a:ext cx="53409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1"/>
          <p:cNvSpPr txBox="1"/>
          <p:nvPr>
            <p:ph idx="3"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6" name="Google Shape;16;p21"/>
          <p:cNvSpPr txBox="1"/>
          <p:nvPr>
            <p:ph idx="4"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3168">
          <p15:clr>
            <a:srgbClr val="E46962"/>
          </p15:clr>
        </p15:guide>
        <p15:guide id="3" orient="horz" pos="93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header">
  <p:cSld name="CUSTOM_1_1">
    <p:spTree>
      <p:nvGrpSpPr>
        <p:cNvPr id="17" name="Shape 17"/>
        <p:cNvGrpSpPr/>
        <p:nvPr/>
      </p:nvGrpSpPr>
      <p:grpSpPr>
        <a:xfrm>
          <a:off x="0" y="0"/>
          <a:ext cx="0" cy="0"/>
          <a:chOff x="0" y="0"/>
          <a:chExt cx="0" cy="0"/>
        </a:xfrm>
      </p:grpSpPr>
      <p:grpSp>
        <p:nvGrpSpPr>
          <p:cNvPr id="18" name="Google Shape;18;p22"/>
          <p:cNvGrpSpPr/>
          <p:nvPr/>
        </p:nvGrpSpPr>
        <p:grpSpPr>
          <a:xfrm>
            <a:off x="-6096" y="-3429"/>
            <a:ext cx="9156192" cy="5150358"/>
            <a:chOff x="0" y="0"/>
            <a:chExt cx="12192000" cy="6858000"/>
          </a:xfrm>
        </p:grpSpPr>
        <p:sp>
          <p:nvSpPr>
            <p:cNvPr id="19" name="Google Shape;19;p2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 name="Google Shape;20;p2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 name="Google Shape;21;p2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 name="Google Shape;22;p2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 name="Google Shape;23;p2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 name="Google Shape;24;p2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 name="Google Shape;25;p2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 name="Google Shape;26;p2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 name="Google Shape;27;p2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 name="Google Shape;28;p2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 name="Google Shape;29;p2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 name="Google Shape;30;p2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 name="Google Shape;31;p2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 name="Google Shape;32;p2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 name="Google Shape;33;p2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 name="Google Shape;34;p2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 name="Google Shape;35;p2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 name="Google Shape;36;p2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 name="Google Shape;37;p2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 name="Google Shape;38;p2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 name="Google Shape;39;p2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 name="Google Shape;40;p2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 name="Google Shape;41;p2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 name="Google Shape;42;p2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 name="Google Shape;43;p2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 name="Google Shape;44;p2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 name="Google Shape;45;p2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 name="Google Shape;46;p2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 name="Google Shape;47;p2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 name="Google Shape;48;p2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 name="Google Shape;49;p2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 name="Google Shape;50;p2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 name="Google Shape;51;p2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 name="Google Shape;52;p2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 name="Google Shape;53;p2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 name="Google Shape;54;p2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 name="Google Shape;55;p2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 name="Google Shape;56;p2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 name="Google Shape;57;p2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 name="Google Shape;58;p2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 name="Google Shape;59;p2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 name="Google Shape;60;p2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 name="Google Shape;61;p2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 name="Google Shape;62;p2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 name="Google Shape;63;p2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 name="Google Shape;64;p2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 name="Google Shape;65;p2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 name="Google Shape;66;p2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 name="Google Shape;67;p2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 name="Google Shape;68;p2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 name="Google Shape;69;p2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 name="Google Shape;70;p2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 name="Google Shape;71;p2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 name="Google Shape;72;p2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 name="Google Shape;73;p2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 name="Google Shape;74;p2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 name="Google Shape;75;p2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 name="Google Shape;76;p2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 name="Google Shape;77;p2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8" name="Google Shape;78;p2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80" name="Google Shape;80;p22"/>
          <p:cNvSpPr txBox="1"/>
          <p:nvPr>
            <p:ph type="title"/>
          </p:nvPr>
        </p:nvSpPr>
        <p:spPr>
          <a:xfrm>
            <a:off x="1579100" y="491225"/>
            <a:ext cx="4966200" cy="796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 name="Google Shape;81;p22"/>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82" name="Google Shape;82;p22"/>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83" name="Google Shape;83;p22"/>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guide id="4" orient="horz" pos="720">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boxes with header">
  <p:cSld name="CUSTOM_1_1_1_1_1_1">
    <p:spTree>
      <p:nvGrpSpPr>
        <p:cNvPr id="84" name="Shape 84"/>
        <p:cNvGrpSpPr/>
        <p:nvPr/>
      </p:nvGrpSpPr>
      <p:grpSpPr>
        <a:xfrm>
          <a:off x="0" y="0"/>
          <a:ext cx="0" cy="0"/>
          <a:chOff x="0" y="0"/>
          <a:chExt cx="0" cy="0"/>
        </a:xfrm>
      </p:grpSpPr>
      <p:grpSp>
        <p:nvGrpSpPr>
          <p:cNvPr id="85" name="Google Shape;85;p23"/>
          <p:cNvGrpSpPr/>
          <p:nvPr/>
        </p:nvGrpSpPr>
        <p:grpSpPr>
          <a:xfrm>
            <a:off x="-6096" y="-3429"/>
            <a:ext cx="9156192" cy="5150358"/>
            <a:chOff x="0" y="0"/>
            <a:chExt cx="12192000" cy="6858000"/>
          </a:xfrm>
        </p:grpSpPr>
        <p:sp>
          <p:nvSpPr>
            <p:cNvPr id="86" name="Google Shape;86;p2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 name="Google Shape;87;p2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 name="Google Shape;88;p2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 name="Google Shape;89;p2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 name="Google Shape;90;p2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 name="Google Shape;91;p2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 name="Google Shape;92;p2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 name="Google Shape;93;p2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 name="Google Shape;94;p2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 name="Google Shape;95;p2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 name="Google Shape;96;p2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 name="Google Shape;97;p2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 name="Google Shape;98;p2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 name="Google Shape;99;p2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 name="Google Shape;100;p2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 name="Google Shape;101;p2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 name="Google Shape;102;p2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 name="Google Shape;103;p2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 name="Google Shape;104;p2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 name="Google Shape;105;p2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 name="Google Shape;106;p2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p2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 name="Google Shape;108;p2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 name="Google Shape;109;p2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 name="Google Shape;110;p2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 name="Google Shape;111;p2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 name="Google Shape;112;p2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 name="Google Shape;113;p2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 name="Google Shape;114;p2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 name="Google Shape;115;p2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 name="Google Shape;116;p2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 name="Google Shape;117;p2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 name="Google Shape;118;p2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 name="Google Shape;119;p2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 name="Google Shape;120;p2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 name="Google Shape;121;p2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 name="Google Shape;122;p2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 name="Google Shape;123;p2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 name="Google Shape;124;p2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 name="Google Shape;125;p2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 name="Google Shape;126;p2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 name="Google Shape;127;p2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 name="Google Shape;128;p2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 name="Google Shape;129;p2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 name="Google Shape;130;p2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 name="Google Shape;131;p2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 name="Google Shape;132;p2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 name="Google Shape;133;p2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 name="Google Shape;134;p2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 name="Google Shape;135;p2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 name="Google Shape;136;p2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 name="Google Shape;137;p2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 name="Google Shape;138;p2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 name="Google Shape;139;p2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 name="Google Shape;140;p2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 name="Google Shape;141;p2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 name="Google Shape;142;p2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 name="Google Shape;143;p2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 name="Google Shape;144;p2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45" name="Google Shape;145;p2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147" name="Google Shape;147;p23"/>
          <p:cNvSpPr txBox="1"/>
          <p:nvPr>
            <p:ph type="title"/>
          </p:nvPr>
        </p:nvSpPr>
        <p:spPr>
          <a:xfrm>
            <a:off x="209775" y="468575"/>
            <a:ext cx="5016000" cy="13854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8" name="Google Shape;148;p23"/>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49" name="Google Shape;149;p23"/>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50" name="Google Shape;150;p23"/>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header">
  <p:cSld name="CUSTOM_1_1_1_1">
    <p:spTree>
      <p:nvGrpSpPr>
        <p:cNvPr id="151" name="Shape 151"/>
        <p:cNvGrpSpPr/>
        <p:nvPr/>
      </p:nvGrpSpPr>
      <p:grpSpPr>
        <a:xfrm>
          <a:off x="0" y="0"/>
          <a:ext cx="0" cy="0"/>
          <a:chOff x="0" y="0"/>
          <a:chExt cx="0" cy="0"/>
        </a:xfrm>
      </p:grpSpPr>
      <p:grpSp>
        <p:nvGrpSpPr>
          <p:cNvPr id="152" name="Google Shape;152;p24"/>
          <p:cNvGrpSpPr/>
          <p:nvPr/>
        </p:nvGrpSpPr>
        <p:grpSpPr>
          <a:xfrm>
            <a:off x="-6096" y="-3429"/>
            <a:ext cx="9156192" cy="5150358"/>
            <a:chOff x="0" y="0"/>
            <a:chExt cx="12192000" cy="6858000"/>
          </a:xfrm>
        </p:grpSpPr>
        <p:sp>
          <p:nvSpPr>
            <p:cNvPr id="153" name="Google Shape;153;p2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 name="Google Shape;154;p2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 name="Google Shape;155;p2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 name="Google Shape;156;p2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 name="Google Shape;157;p2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 name="Google Shape;158;p2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 name="Google Shape;159;p2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 name="Google Shape;160;p2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 name="Google Shape;161;p2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 name="Google Shape;162;p2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 name="Google Shape;163;p2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 name="Google Shape;164;p2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 name="Google Shape;165;p2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 name="Google Shape;166;p2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 name="Google Shape;167;p2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 name="Google Shape;168;p2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 name="Google Shape;169;p2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 name="Google Shape;170;p2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 name="Google Shape;171;p2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 name="Google Shape;172;p2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 name="Google Shape;173;p2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 name="Google Shape;174;p2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 name="Google Shape;175;p2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 name="Google Shape;176;p2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 name="Google Shape;177;p2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 name="Google Shape;178;p2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 name="Google Shape;179;p2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 name="Google Shape;180;p2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 name="Google Shape;181;p2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 name="Google Shape;182;p2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 name="Google Shape;183;p2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 name="Google Shape;184;p2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 name="Google Shape;185;p2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 name="Google Shape;186;p2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 name="Google Shape;187;p2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 name="Google Shape;188;p2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 name="Google Shape;189;p2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 name="Google Shape;190;p2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 name="Google Shape;191;p2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 name="Google Shape;192;p2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 name="Google Shape;193;p2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 name="Google Shape;194;p2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 name="Google Shape;195;p2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6" name="Google Shape;196;p2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 name="Google Shape;197;p2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 name="Google Shape;198;p2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 name="Google Shape;199;p2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 name="Google Shape;200;p2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 name="Google Shape;201;p2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 name="Google Shape;202;p2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 name="Google Shape;203;p2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 name="Google Shape;204;p2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 name="Google Shape;205;p2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 name="Google Shape;206;p2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 name="Google Shape;207;p2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8" name="Google Shape;208;p2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9" name="Google Shape;209;p2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0" name="Google Shape;210;p2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 name="Google Shape;211;p2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12" name="Google Shape;212;p2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214" name="Google Shape;214;p24"/>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5" name="Google Shape;215;p24"/>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6" name="Google Shape;216;p24"/>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
        <p:nvSpPr>
          <p:cNvPr id="217" name="Google Shape;217;p24"/>
          <p:cNvSpPr txBox="1"/>
          <p:nvPr>
            <p:ph idx="4" type="subTitle"/>
          </p:nvPr>
        </p:nvSpPr>
        <p:spPr>
          <a:xfrm>
            <a:off x="516425" y="2548200"/>
            <a:ext cx="3736200" cy="12771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24"/>
          <p:cNvSpPr txBox="1"/>
          <p:nvPr>
            <p:ph idx="5" type="subTitle"/>
          </p:nvPr>
        </p:nvSpPr>
        <p:spPr>
          <a:xfrm>
            <a:off x="5128850" y="2548200"/>
            <a:ext cx="3679500" cy="12771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24"/>
          <p:cNvSpPr txBox="1"/>
          <p:nvPr>
            <p:ph type="title"/>
          </p:nvPr>
        </p:nvSpPr>
        <p:spPr>
          <a:xfrm>
            <a:off x="209775" y="468575"/>
            <a:ext cx="6048900" cy="1437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p:cSld name="CUSTOM_1_1_1_1_1">
    <p:spTree>
      <p:nvGrpSpPr>
        <p:cNvPr id="220" name="Shape 220"/>
        <p:cNvGrpSpPr/>
        <p:nvPr/>
      </p:nvGrpSpPr>
      <p:grpSpPr>
        <a:xfrm>
          <a:off x="0" y="0"/>
          <a:ext cx="0" cy="0"/>
          <a:chOff x="0" y="0"/>
          <a:chExt cx="0" cy="0"/>
        </a:xfrm>
      </p:grpSpPr>
      <p:grpSp>
        <p:nvGrpSpPr>
          <p:cNvPr id="221" name="Google Shape;221;p25"/>
          <p:cNvGrpSpPr/>
          <p:nvPr/>
        </p:nvGrpSpPr>
        <p:grpSpPr>
          <a:xfrm>
            <a:off x="-6096" y="-3429"/>
            <a:ext cx="9156192" cy="5150358"/>
            <a:chOff x="0" y="0"/>
            <a:chExt cx="12192000" cy="6858000"/>
          </a:xfrm>
        </p:grpSpPr>
        <p:sp>
          <p:nvSpPr>
            <p:cNvPr id="222" name="Google Shape;222;p2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3" name="Google Shape;223;p2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 name="Google Shape;224;p2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5" name="Google Shape;225;p2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6" name="Google Shape;226;p2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7" name="Google Shape;227;p2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 name="Google Shape;228;p2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 name="Google Shape;229;p2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 name="Google Shape;230;p2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 name="Google Shape;231;p2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 name="Google Shape;232;p2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 name="Google Shape;233;p2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 name="Google Shape;234;p2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 name="Google Shape;235;p2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 name="Google Shape;236;p2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 name="Google Shape;237;p2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 name="Google Shape;238;p2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 name="Google Shape;239;p2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 name="Google Shape;240;p2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 name="Google Shape;241;p2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 name="Google Shape;242;p2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 name="Google Shape;243;p2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 name="Google Shape;244;p2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 name="Google Shape;245;p2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6" name="Google Shape;246;p2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7" name="Google Shape;247;p2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8" name="Google Shape;248;p2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9" name="Google Shape;249;p2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0" name="Google Shape;250;p2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1" name="Google Shape;251;p2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 name="Google Shape;252;p2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 name="Google Shape;253;p2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4" name="Google Shape;254;p2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 name="Google Shape;255;p2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 name="Google Shape;256;p2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 name="Google Shape;257;p2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 name="Google Shape;258;p2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 name="Google Shape;259;p2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 name="Google Shape;260;p2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1" name="Google Shape;261;p2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2" name="Google Shape;262;p2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3" name="Google Shape;263;p2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 name="Google Shape;264;p2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 name="Google Shape;265;p2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6" name="Google Shape;266;p2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7" name="Google Shape;267;p2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8" name="Google Shape;268;p2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9" name="Google Shape;269;p2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0" name="Google Shape;270;p2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1" name="Google Shape;271;p2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 name="Google Shape;272;p2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 name="Google Shape;273;p2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 name="Google Shape;274;p2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 name="Google Shape;275;p2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 name="Google Shape;276;p2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7" name="Google Shape;277;p2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8" name="Google Shape;278;p2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9" name="Google Shape;279;p2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0" name="Google Shape;280;p2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81" name="Google Shape;281;p2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283" name="Google Shape;283;p25"/>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84" name="Google Shape;284;p25"/>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85" name="Google Shape;285;p25"/>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
        <p:nvSpPr>
          <p:cNvPr id="286" name="Google Shape;286;p25"/>
          <p:cNvSpPr txBox="1"/>
          <p:nvPr>
            <p:ph type="title"/>
          </p:nvPr>
        </p:nvSpPr>
        <p:spPr>
          <a:xfrm>
            <a:off x="209775" y="468575"/>
            <a:ext cx="6048900" cy="1437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with header">
  <p:cSld name="CUSTOM_1_1_1_1_1_1_1_1">
    <p:spTree>
      <p:nvGrpSpPr>
        <p:cNvPr id="287" name="Shape 287"/>
        <p:cNvGrpSpPr/>
        <p:nvPr/>
      </p:nvGrpSpPr>
      <p:grpSpPr>
        <a:xfrm>
          <a:off x="0" y="0"/>
          <a:ext cx="0" cy="0"/>
          <a:chOff x="0" y="0"/>
          <a:chExt cx="0" cy="0"/>
        </a:xfrm>
      </p:grpSpPr>
      <p:grpSp>
        <p:nvGrpSpPr>
          <p:cNvPr id="288" name="Google Shape;288;p26"/>
          <p:cNvGrpSpPr/>
          <p:nvPr/>
        </p:nvGrpSpPr>
        <p:grpSpPr>
          <a:xfrm>
            <a:off x="-6096" y="-3429"/>
            <a:ext cx="9156192" cy="5150358"/>
            <a:chOff x="0" y="0"/>
            <a:chExt cx="12192000" cy="6858000"/>
          </a:xfrm>
        </p:grpSpPr>
        <p:sp>
          <p:nvSpPr>
            <p:cNvPr id="289" name="Google Shape;289;p2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0" name="Google Shape;290;p2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1" name="Google Shape;291;p2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2" name="Google Shape;292;p2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3" name="Google Shape;293;p2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4" name="Google Shape;294;p2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5" name="Google Shape;295;p2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6" name="Google Shape;296;p2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7" name="Google Shape;297;p2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8" name="Google Shape;298;p2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9" name="Google Shape;299;p2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0" name="Google Shape;300;p2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1" name="Google Shape;301;p2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2" name="Google Shape;302;p2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3" name="Google Shape;303;p2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4" name="Google Shape;304;p2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5" name="Google Shape;305;p2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6" name="Google Shape;306;p2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7" name="Google Shape;307;p2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 name="Google Shape;308;p2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9" name="Google Shape;309;p2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0" name="Google Shape;310;p2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1" name="Google Shape;311;p2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2" name="Google Shape;312;p2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3" name="Google Shape;313;p2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4" name="Google Shape;314;p2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5" name="Google Shape;315;p2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6" name="Google Shape;316;p2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7" name="Google Shape;317;p2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8" name="Google Shape;318;p2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p2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 name="Google Shape;320;p2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 name="Google Shape;321;p2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2" name="Google Shape;322;p2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 name="Google Shape;323;p2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 name="Google Shape;324;p2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 name="Google Shape;325;p2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 name="Google Shape;326;p2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 name="Google Shape;327;p2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 name="Google Shape;328;p2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 name="Google Shape;329;p2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 name="Google Shape;330;p2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 name="Google Shape;331;p2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 name="Google Shape;332;p2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 name="Google Shape;333;p2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2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 name="Google Shape;335;p2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 name="Google Shape;336;p2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7" name="Google Shape;337;p2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8" name="Google Shape;338;p2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9" name="Google Shape;339;p2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0" name="Google Shape;340;p2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1" name="Google Shape;341;p2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2" name="Google Shape;342;p2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3" name="Google Shape;343;p2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4" name="Google Shape;344;p2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5" name="Google Shape;345;p2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6" name="Google Shape;346;p2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7" name="Google Shape;347;p2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48" name="Google Shape;348;p26"/>
          <p:cNvSpPr txBox="1"/>
          <p:nvPr>
            <p:ph type="title"/>
          </p:nvPr>
        </p:nvSpPr>
        <p:spPr>
          <a:xfrm>
            <a:off x="209775" y="468575"/>
            <a:ext cx="5016000" cy="6330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9" name="Google Shape;349;p2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50" name="Google Shape;350;p26"/>
          <p:cNvSpPr txBox="1"/>
          <p:nvPr/>
        </p:nvSpPr>
        <p:spPr>
          <a:xfrm>
            <a:off x="0" y="-39600"/>
            <a:ext cx="2631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chemeClr val="lt1"/>
                </a:solidFill>
                <a:latin typeface="Lexend"/>
                <a:ea typeface="Lexend"/>
                <a:cs typeface="Lexend"/>
                <a:sym typeface="Lexend"/>
              </a:rPr>
              <a:t>▶ </a:t>
            </a:r>
            <a:endParaRPr b="1" i="0" sz="800" u="none" cap="none" strike="noStrike">
              <a:solidFill>
                <a:schemeClr val="lt1"/>
              </a:solidFill>
              <a:latin typeface="Lexend"/>
              <a:ea typeface="Lexend"/>
              <a:cs typeface="Lexend"/>
              <a:sym typeface="Lexend"/>
            </a:endParaRPr>
          </a:p>
        </p:txBody>
      </p:sp>
      <p:sp>
        <p:nvSpPr>
          <p:cNvPr id="351" name="Google Shape;351;p2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6"/>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53" name="Google Shape;353;p26"/>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54" name="Google Shape;354;p26"/>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
        <p:nvSpPr>
          <p:cNvPr id="355" name="Google Shape;355;p2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id with header">
  <p:cSld name="CUSTOM_1">
    <p:spTree>
      <p:nvGrpSpPr>
        <p:cNvPr id="356" name="Shape 356"/>
        <p:cNvGrpSpPr/>
        <p:nvPr/>
      </p:nvGrpSpPr>
      <p:grpSpPr>
        <a:xfrm>
          <a:off x="0" y="0"/>
          <a:ext cx="0" cy="0"/>
          <a:chOff x="0" y="0"/>
          <a:chExt cx="0" cy="0"/>
        </a:xfrm>
      </p:grpSpPr>
      <p:grpSp>
        <p:nvGrpSpPr>
          <p:cNvPr id="357" name="Google Shape;357;p27"/>
          <p:cNvGrpSpPr/>
          <p:nvPr/>
        </p:nvGrpSpPr>
        <p:grpSpPr>
          <a:xfrm>
            <a:off x="-6096" y="-3429"/>
            <a:ext cx="9156192" cy="5150358"/>
            <a:chOff x="0" y="0"/>
            <a:chExt cx="12192000" cy="6858000"/>
          </a:xfrm>
        </p:grpSpPr>
        <p:sp>
          <p:nvSpPr>
            <p:cNvPr id="358" name="Google Shape;358;p2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9" name="Google Shape;359;p2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0" name="Google Shape;360;p2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1" name="Google Shape;361;p2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2" name="Google Shape;362;p2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3" name="Google Shape;363;p2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4" name="Google Shape;364;p2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5" name="Google Shape;365;p2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6" name="Google Shape;366;p2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7" name="Google Shape;367;p2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8" name="Google Shape;368;p2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9" name="Google Shape;369;p2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0" name="Google Shape;370;p2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1" name="Google Shape;371;p2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2" name="Google Shape;372;p2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 name="Google Shape;373;p2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 name="Google Shape;374;p2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 name="Google Shape;375;p2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 name="Google Shape;376;p2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 name="Google Shape;377;p2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 name="Google Shape;378;p2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9" name="Google Shape;379;p2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 name="Google Shape;380;p2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 name="Google Shape;381;p2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 name="Google Shape;382;p2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 name="Google Shape;383;p2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 name="Google Shape;384;p2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 name="Google Shape;385;p2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 name="Google Shape;386;p2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7" name="Google Shape;387;p2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8" name="Google Shape;388;p2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9" name="Google Shape;389;p2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0" name="Google Shape;390;p2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1" name="Google Shape;391;p2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 name="Google Shape;392;p2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 name="Google Shape;393;p2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 name="Google Shape;394;p2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 name="Google Shape;395;p2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 name="Google Shape;396;p2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 name="Google Shape;397;p2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 name="Google Shape;398;p2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 name="Google Shape;399;p2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 name="Google Shape;400;p2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 name="Google Shape;401;p2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 name="Google Shape;402;p2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 name="Google Shape;403;p2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 name="Google Shape;404;p2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 name="Google Shape;405;p2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6" name="Google Shape;406;p2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7" name="Google Shape;407;p2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8" name="Google Shape;408;p2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9" name="Google Shape;409;p2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p2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1" name="Google Shape;411;p2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2" name="Google Shape;412;p2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3" name="Google Shape;413;p2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4" name="Google Shape;414;p2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5" name="Google Shape;415;p2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6" name="Google Shape;416;p2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17" name="Google Shape;417;p2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
        <p:nvSpPr>
          <p:cNvPr id="419" name="Google Shape;419;p27"/>
          <p:cNvSpPr txBox="1"/>
          <p:nvPr>
            <p:ph idx="1" type="body"/>
          </p:nvPr>
        </p:nvSpPr>
        <p:spPr>
          <a:xfrm>
            <a:off x="7895425" y="-39600"/>
            <a:ext cx="1138500" cy="337200"/>
          </a:xfrm>
          <a:prstGeom prst="rect">
            <a:avLst/>
          </a:prstGeom>
          <a:noFill/>
          <a:ln>
            <a:noFill/>
          </a:ln>
        </p:spPr>
        <p:txBody>
          <a:bodyPr anchorCtr="0" anchor="t" bIns="91425" lIns="91425" spcFirstLastPara="1" rIns="91425" wrap="square" tIns="91425">
            <a:spAutoFit/>
          </a:bodyPr>
          <a:lstStyle>
            <a:lvl1pPr indent="-279400" lvl="0" marL="457200" algn="r">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20" name="Google Shape;420;p27"/>
          <p:cNvSpPr txBox="1"/>
          <p:nvPr>
            <p:ph idx="2" type="body"/>
          </p:nvPr>
        </p:nvSpPr>
        <p:spPr>
          <a:xfrm>
            <a:off x="167325" y="-39600"/>
            <a:ext cx="11697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lgn="l">
              <a:lnSpc>
                <a:spcPct val="100000"/>
              </a:lnSpc>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21" name="Google Shape;421;p27"/>
          <p:cNvSpPr txBox="1"/>
          <p:nvPr>
            <p:ph idx="3" type="body"/>
          </p:nvPr>
        </p:nvSpPr>
        <p:spPr>
          <a:xfrm>
            <a:off x="940775" y="-39600"/>
            <a:ext cx="3810300" cy="337200"/>
          </a:xfrm>
          <a:prstGeom prst="rect">
            <a:avLst/>
          </a:prstGeom>
          <a:noFill/>
          <a:ln>
            <a:noFill/>
          </a:ln>
        </p:spPr>
        <p:txBody>
          <a:bodyPr anchorCtr="0" anchor="t" bIns="91425" lIns="91425" spcFirstLastPara="1" rIns="91425" wrap="square" tIns="91425">
            <a:spAutoFit/>
          </a:bodyPr>
          <a:lstStyle>
            <a:lvl1pPr indent="-279400" lvl="0" marL="457200" algn="l">
              <a:lnSpc>
                <a:spcPct val="100000"/>
              </a:lnSpc>
              <a:spcBef>
                <a:spcPts val="0"/>
              </a:spcBef>
              <a:spcAft>
                <a:spcPts val="0"/>
              </a:spcAft>
              <a:buClr>
                <a:schemeClr val="lt1"/>
              </a:buClr>
              <a:buSzPts val="800"/>
              <a:buChar char="●"/>
              <a:defRPr>
                <a:solidFill>
                  <a:schemeClr val="lt1"/>
                </a:solidFill>
              </a:defRPr>
            </a:lvl1pPr>
            <a:lvl2pPr indent="-279400" lvl="1" marL="914400" algn="l">
              <a:lnSpc>
                <a:spcPct val="100000"/>
              </a:lnSpc>
              <a:spcBef>
                <a:spcPts val="0"/>
              </a:spcBef>
              <a:spcAft>
                <a:spcPts val="0"/>
              </a:spcAft>
              <a:buClr>
                <a:schemeClr val="lt1"/>
              </a:buClr>
              <a:buSzPts val="800"/>
              <a:buChar char="○"/>
              <a:defRPr>
                <a:solidFill>
                  <a:schemeClr val="lt1"/>
                </a:solidFill>
              </a:defRPr>
            </a:lvl2pPr>
            <a:lvl3pPr indent="-279400" lvl="2" marL="1371600" algn="l">
              <a:lnSpc>
                <a:spcPct val="100000"/>
              </a:lnSpc>
              <a:spcBef>
                <a:spcPts val="0"/>
              </a:spcBef>
              <a:spcAft>
                <a:spcPts val="0"/>
              </a:spcAft>
              <a:buClr>
                <a:schemeClr val="lt1"/>
              </a:buClr>
              <a:buSzPts val="800"/>
              <a:buChar char="■"/>
              <a:defRPr>
                <a:solidFill>
                  <a:schemeClr val="lt1"/>
                </a:solidFill>
              </a:defRPr>
            </a:lvl3pPr>
            <a:lvl4pPr indent="-279400" lvl="3" marL="1828800" algn="l">
              <a:lnSpc>
                <a:spcPct val="100000"/>
              </a:lnSpc>
              <a:spcBef>
                <a:spcPts val="0"/>
              </a:spcBef>
              <a:spcAft>
                <a:spcPts val="0"/>
              </a:spcAft>
              <a:buClr>
                <a:schemeClr val="lt1"/>
              </a:buClr>
              <a:buSzPts val="800"/>
              <a:buChar char="●"/>
              <a:defRPr>
                <a:solidFill>
                  <a:schemeClr val="lt1"/>
                </a:solidFill>
              </a:defRPr>
            </a:lvl4pPr>
            <a:lvl5pPr indent="-279400" lvl="4" marL="2286000" algn="l">
              <a:lnSpc>
                <a:spcPct val="100000"/>
              </a:lnSpc>
              <a:spcBef>
                <a:spcPts val="0"/>
              </a:spcBef>
              <a:spcAft>
                <a:spcPts val="0"/>
              </a:spcAft>
              <a:buClr>
                <a:schemeClr val="lt1"/>
              </a:buClr>
              <a:buSzPts val="800"/>
              <a:buChar char="○"/>
              <a:defRPr>
                <a:solidFill>
                  <a:schemeClr val="lt1"/>
                </a:solidFill>
              </a:defRPr>
            </a:lvl5pPr>
            <a:lvl6pPr indent="-279400" lvl="5" marL="2743200" algn="l">
              <a:lnSpc>
                <a:spcPct val="100000"/>
              </a:lnSpc>
              <a:spcBef>
                <a:spcPts val="0"/>
              </a:spcBef>
              <a:spcAft>
                <a:spcPts val="0"/>
              </a:spcAft>
              <a:buClr>
                <a:schemeClr val="lt1"/>
              </a:buClr>
              <a:buSzPts val="800"/>
              <a:buChar char="■"/>
              <a:defRPr>
                <a:solidFill>
                  <a:schemeClr val="lt1"/>
                </a:solidFill>
              </a:defRPr>
            </a:lvl6pPr>
            <a:lvl7pPr indent="-279400" lvl="6" marL="3200400" algn="l">
              <a:lnSpc>
                <a:spcPct val="100000"/>
              </a:lnSpc>
              <a:spcBef>
                <a:spcPts val="0"/>
              </a:spcBef>
              <a:spcAft>
                <a:spcPts val="0"/>
              </a:spcAft>
              <a:buClr>
                <a:schemeClr val="lt1"/>
              </a:buClr>
              <a:buSzPts val="8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9400" lvl="8" marL="4114800" algn="l">
              <a:lnSpc>
                <a:spcPct val="100000"/>
              </a:lnSpc>
              <a:spcBef>
                <a:spcPts val="0"/>
              </a:spcBef>
              <a:spcAft>
                <a:spcPts val="0"/>
              </a:spcAft>
              <a:buClr>
                <a:schemeClr val="lt1"/>
              </a:buClr>
              <a:buSzPts val="800"/>
              <a:buChar char="■"/>
              <a:defRPr>
                <a:solidFill>
                  <a:schemeClr val="lt1"/>
                </a:solidFill>
              </a:defRPr>
            </a:lvl9pPr>
          </a:lstStyle>
          <a:p/>
        </p:txBody>
      </p:sp>
      <p:sp>
        <p:nvSpPr>
          <p:cNvPr id="422" name="Google Shape;422;p27"/>
          <p:cNvSpPr txBox="1"/>
          <p:nvPr>
            <p:ph idx="4" type="subTitle"/>
          </p:nvPr>
        </p:nvSpPr>
        <p:spPr>
          <a:xfrm>
            <a:off x="5767125" y="572700"/>
            <a:ext cx="3238500" cy="9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3" name="Google Shape;423;p27"/>
          <p:cNvSpPr txBox="1"/>
          <p:nvPr>
            <p:ph type="title"/>
          </p:nvPr>
        </p:nvSpPr>
        <p:spPr>
          <a:xfrm>
            <a:off x="208725" y="344175"/>
            <a:ext cx="5340900" cy="18183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_1_1_1_1_1_1_1_1_1">
    <p:spTree>
      <p:nvGrpSpPr>
        <p:cNvPr id="424" name="Shape 424"/>
        <p:cNvGrpSpPr/>
        <p:nvPr/>
      </p:nvGrpSpPr>
      <p:grpSpPr>
        <a:xfrm>
          <a:off x="0" y="0"/>
          <a:ext cx="0" cy="0"/>
          <a:chOff x="0" y="0"/>
          <a:chExt cx="0" cy="0"/>
        </a:xfrm>
      </p:grpSpPr>
      <p:grpSp>
        <p:nvGrpSpPr>
          <p:cNvPr id="425" name="Google Shape;425;p28"/>
          <p:cNvGrpSpPr/>
          <p:nvPr/>
        </p:nvGrpSpPr>
        <p:grpSpPr>
          <a:xfrm>
            <a:off x="-6096" y="-3429"/>
            <a:ext cx="9156192" cy="5150358"/>
            <a:chOff x="0" y="0"/>
            <a:chExt cx="12192000" cy="6858000"/>
          </a:xfrm>
        </p:grpSpPr>
        <p:sp>
          <p:nvSpPr>
            <p:cNvPr id="426" name="Google Shape;426;p2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7" name="Google Shape;427;p2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8" name="Google Shape;428;p2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9" name="Google Shape;429;p2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0" name="Google Shape;430;p2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1" name="Google Shape;431;p2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2" name="Google Shape;432;p2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3" name="Google Shape;433;p2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4" name="Google Shape;434;p2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5" name="Google Shape;435;p2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6" name="Google Shape;436;p2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7" name="Google Shape;437;p2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8" name="Google Shape;438;p2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9" name="Google Shape;439;p2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0" name="Google Shape;440;p2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1" name="Google Shape;441;p2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2" name="Google Shape;442;p2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3" name="Google Shape;443;p2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4" name="Google Shape;444;p2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5" name="Google Shape;445;p2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6" name="Google Shape;446;p2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7" name="Google Shape;447;p2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8" name="Google Shape;448;p2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9" name="Google Shape;449;p2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0" name="Google Shape;450;p2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1" name="Google Shape;451;p2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2" name="Google Shape;452;p2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3" name="Google Shape;453;p2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4" name="Google Shape;454;p2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5" name="Google Shape;455;p2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6" name="Google Shape;456;p2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7" name="Google Shape;457;p2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8" name="Google Shape;458;p2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9" name="Google Shape;459;p2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0" name="Google Shape;460;p2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1" name="Google Shape;461;p2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2" name="Google Shape;462;p2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3" name="Google Shape;463;p2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4" name="Google Shape;464;p2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5" name="Google Shape;465;p2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6" name="Google Shape;466;p2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7" name="Google Shape;467;p2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8" name="Google Shape;468;p2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9" name="Google Shape;469;p2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0" name="Google Shape;470;p2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1" name="Google Shape;471;p2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2" name="Google Shape;472;p2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3" name="Google Shape;473;p2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4" name="Google Shape;474;p2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5" name="Google Shape;475;p2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6" name="Google Shape;476;p2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7" name="Google Shape;477;p2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8" name="Google Shape;478;p2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9" name="Google Shape;479;p2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0" name="Google Shape;480;p2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1" name="Google Shape;481;p2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2" name="Google Shape;482;p2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3" name="Google Shape;483;p2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4" name="Google Shape;484;p2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85" name="Google Shape;485;p2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86" name="Google Shape;486;p2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8"/>
          <p:cNvSpPr txBox="1"/>
          <p:nvPr>
            <p:ph type="title"/>
          </p:nvPr>
        </p:nvSpPr>
        <p:spPr>
          <a:xfrm>
            <a:off x="208725" y="344175"/>
            <a:ext cx="53409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8" name="Google Shape;488;p28"/>
          <p:cNvSpPr txBox="1"/>
          <p:nvPr>
            <p:ph idx="1" type="subTitle"/>
          </p:nvPr>
        </p:nvSpPr>
        <p:spPr>
          <a:xfrm>
            <a:off x="5767125" y="425525"/>
            <a:ext cx="3238500" cy="3520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9" name="Google Shape;489;p2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1_1_1_1_1_1_1_1_1_1">
    <p:spTree>
      <p:nvGrpSpPr>
        <p:cNvPr id="490" name="Shape 490"/>
        <p:cNvGrpSpPr/>
        <p:nvPr/>
      </p:nvGrpSpPr>
      <p:grpSpPr>
        <a:xfrm>
          <a:off x="0" y="0"/>
          <a:ext cx="0" cy="0"/>
          <a:chOff x="0" y="0"/>
          <a:chExt cx="0" cy="0"/>
        </a:xfrm>
      </p:grpSpPr>
      <p:grpSp>
        <p:nvGrpSpPr>
          <p:cNvPr id="491" name="Google Shape;491;p29"/>
          <p:cNvGrpSpPr/>
          <p:nvPr/>
        </p:nvGrpSpPr>
        <p:grpSpPr>
          <a:xfrm>
            <a:off x="-6096" y="-3429"/>
            <a:ext cx="9156192" cy="5150358"/>
            <a:chOff x="0" y="0"/>
            <a:chExt cx="12192000" cy="6858000"/>
          </a:xfrm>
        </p:grpSpPr>
        <p:sp>
          <p:nvSpPr>
            <p:cNvPr id="492" name="Google Shape;492;p2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3" name="Google Shape;493;p2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4" name="Google Shape;494;p2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5" name="Google Shape;495;p2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6" name="Google Shape;496;p2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7" name="Google Shape;497;p2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8" name="Google Shape;498;p2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9" name="Google Shape;499;p2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0" name="Google Shape;500;p2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1" name="Google Shape;501;p2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2" name="Google Shape;502;p2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 name="Google Shape;503;p2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4" name="Google Shape;504;p2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5" name="Google Shape;505;p2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6" name="Google Shape;506;p2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7" name="Google Shape;507;p2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8" name="Google Shape;508;p2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9" name="Google Shape;509;p2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0" name="Google Shape;510;p2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1" name="Google Shape;511;p2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2" name="Google Shape;512;p2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3" name="Google Shape;513;p2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4" name="Google Shape;514;p2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5" name="Google Shape;515;p2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6" name="Google Shape;516;p2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7" name="Google Shape;517;p2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8" name="Google Shape;518;p2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9" name="Google Shape;519;p2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0" name="Google Shape;520;p2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1" name="Google Shape;521;p2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2" name="Google Shape;522;p2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3" name="Google Shape;523;p2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4" name="Google Shape;524;p2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5" name="Google Shape;525;p2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6" name="Google Shape;526;p2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7" name="Google Shape;527;p2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8" name="Google Shape;528;p2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9" name="Google Shape;529;p2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0" name="Google Shape;530;p2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1" name="Google Shape;531;p2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2" name="Google Shape;532;p2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3" name="Google Shape;533;p2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4" name="Google Shape;534;p2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5" name="Google Shape;535;p2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6" name="Google Shape;536;p2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7" name="Google Shape;537;p2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8" name="Google Shape;538;p2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9" name="Google Shape;539;p2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0" name="Google Shape;540;p2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1" name="Google Shape;541;p2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2" name="Google Shape;542;p2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3" name="Google Shape;543;p2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4" name="Google Shape;544;p2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5" name="Google Shape;545;p2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6" name="Google Shape;546;p2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7" name="Google Shape;547;p2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8" name="Google Shape;548;p2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9" name="Google Shape;549;p2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0" name="Google Shape;550;p2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51" name="Google Shape;551;p2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552" name="Google Shape;552;p2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9"/>
          <p:cNvSpPr txBox="1"/>
          <p:nvPr>
            <p:ph type="title"/>
          </p:nvPr>
        </p:nvSpPr>
        <p:spPr>
          <a:xfrm>
            <a:off x="208725" y="344175"/>
            <a:ext cx="53409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4" name="Google Shape;554;p2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1_1_1_1_1_1_1_1_1_2">
    <p:spTree>
      <p:nvGrpSpPr>
        <p:cNvPr id="555" name="Shape 555"/>
        <p:cNvGrpSpPr/>
        <p:nvPr/>
      </p:nvGrpSpPr>
      <p:grpSpPr>
        <a:xfrm>
          <a:off x="0" y="0"/>
          <a:ext cx="0" cy="0"/>
          <a:chOff x="0" y="0"/>
          <a:chExt cx="0" cy="0"/>
        </a:xfrm>
      </p:grpSpPr>
      <p:grpSp>
        <p:nvGrpSpPr>
          <p:cNvPr id="556" name="Google Shape;556;p30"/>
          <p:cNvGrpSpPr/>
          <p:nvPr/>
        </p:nvGrpSpPr>
        <p:grpSpPr>
          <a:xfrm>
            <a:off x="-6096" y="-3429"/>
            <a:ext cx="9156192" cy="5150358"/>
            <a:chOff x="0" y="0"/>
            <a:chExt cx="12192000" cy="6858000"/>
          </a:xfrm>
        </p:grpSpPr>
        <p:sp>
          <p:nvSpPr>
            <p:cNvPr id="557" name="Google Shape;557;p3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8" name="Google Shape;558;p3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9" name="Google Shape;559;p3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0" name="Google Shape;560;p3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1" name="Google Shape;561;p3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2" name="Google Shape;562;p3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3" name="Google Shape;563;p3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4" name="Google Shape;564;p3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5" name="Google Shape;565;p3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6" name="Google Shape;566;p3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7" name="Google Shape;567;p3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8" name="Google Shape;568;p3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9" name="Google Shape;569;p3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 name="Google Shape;570;p3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 name="Google Shape;571;p3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 name="Google Shape;572;p3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3" name="Google Shape;573;p3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4" name="Google Shape;574;p3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5" name="Google Shape;575;p3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6" name="Google Shape;576;p3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7" name="Google Shape;577;p3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8" name="Google Shape;578;p3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9" name="Google Shape;579;p3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0" name="Google Shape;580;p3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1" name="Google Shape;581;p3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2" name="Google Shape;582;p3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3" name="Google Shape;583;p3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4" name="Google Shape;584;p3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5" name="Google Shape;585;p3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 name="Google Shape;586;p3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 name="Google Shape;587;p3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 name="Google Shape;588;p3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9" name="Google Shape;589;p3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0" name="Google Shape;590;p3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1" name="Google Shape;591;p3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2" name="Google Shape;592;p3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3" name="Google Shape;593;p3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4" name="Google Shape;594;p3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 name="Google Shape;595;p3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6" name="Google Shape;596;p3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7" name="Google Shape;597;p3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8" name="Google Shape;598;p3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9" name="Google Shape;599;p3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0" name="Google Shape;600;p3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1" name="Google Shape;601;p3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2" name="Google Shape;602;p3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3" name="Google Shape;603;p3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4" name="Google Shape;604;p3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5" name="Google Shape;605;p3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6" name="Google Shape;606;p3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7" name="Google Shape;607;p3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8" name="Google Shape;608;p3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9" name="Google Shape;609;p3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0" name="Google Shape;610;p3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1" name="Google Shape;611;p3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2" name="Google Shape;612;p3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3" name="Google Shape;613;p3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4" name="Google Shape;614;p3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5" name="Google Shape;615;p3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16" name="Google Shape;616;p3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617" name="Google Shape;617;p3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30"/>
          <p:cNvSpPr txBox="1"/>
          <p:nvPr>
            <p:ph type="title"/>
          </p:nvPr>
        </p:nvSpPr>
        <p:spPr>
          <a:xfrm>
            <a:off x="208725" y="344175"/>
            <a:ext cx="76404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19" name="Google Shape;619;p30"/>
          <p:cNvSpPr txBox="1"/>
          <p:nvPr>
            <p:ph idx="1" type="body"/>
          </p:nvPr>
        </p:nvSpPr>
        <p:spPr>
          <a:xfrm>
            <a:off x="208725" y="2320375"/>
            <a:ext cx="7353900" cy="2591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620" name="Google Shape;620;p3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1_1_1_1_1_1_2_1">
    <p:spTree>
      <p:nvGrpSpPr>
        <p:cNvPr id="621" name="Shape 621"/>
        <p:cNvGrpSpPr/>
        <p:nvPr/>
      </p:nvGrpSpPr>
      <p:grpSpPr>
        <a:xfrm>
          <a:off x="0" y="0"/>
          <a:ext cx="0" cy="0"/>
          <a:chOff x="0" y="0"/>
          <a:chExt cx="0" cy="0"/>
        </a:xfrm>
      </p:grpSpPr>
      <p:grpSp>
        <p:nvGrpSpPr>
          <p:cNvPr id="622" name="Google Shape;622;p31"/>
          <p:cNvGrpSpPr/>
          <p:nvPr/>
        </p:nvGrpSpPr>
        <p:grpSpPr>
          <a:xfrm>
            <a:off x="-6096" y="-3429"/>
            <a:ext cx="9156192" cy="5150358"/>
            <a:chOff x="0" y="0"/>
            <a:chExt cx="12192000" cy="6858000"/>
          </a:xfrm>
        </p:grpSpPr>
        <p:sp>
          <p:nvSpPr>
            <p:cNvPr id="623" name="Google Shape;623;p3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4" name="Google Shape;624;p3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5" name="Google Shape;625;p3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6" name="Google Shape;626;p3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7" name="Google Shape;627;p3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8" name="Google Shape;628;p3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9" name="Google Shape;629;p3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0" name="Google Shape;630;p3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1" name="Google Shape;631;p3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2" name="Google Shape;632;p3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3" name="Google Shape;633;p3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4" name="Google Shape;634;p3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5" name="Google Shape;635;p3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6" name="Google Shape;636;p3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7" name="Google Shape;637;p3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8" name="Google Shape;638;p3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9" name="Google Shape;639;p3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0" name="Google Shape;640;p3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1" name="Google Shape;641;p3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2" name="Google Shape;642;p3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3" name="Google Shape;643;p3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4" name="Google Shape;644;p3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5" name="Google Shape;645;p3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6" name="Google Shape;646;p3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7" name="Google Shape;647;p3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8" name="Google Shape;648;p3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9" name="Google Shape;649;p3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0" name="Google Shape;650;p3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1" name="Google Shape;651;p3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2" name="Google Shape;652;p3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3" name="Google Shape;653;p3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4" name="Google Shape;654;p3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5" name="Google Shape;655;p3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6" name="Google Shape;656;p3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7" name="Google Shape;657;p3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8" name="Google Shape;658;p3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9" name="Google Shape;659;p3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0" name="Google Shape;660;p3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1" name="Google Shape;661;p3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2" name="Google Shape;662;p3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3" name="Google Shape;663;p3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4" name="Google Shape;664;p3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5" name="Google Shape;665;p3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6" name="Google Shape;666;p3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7" name="Google Shape;667;p3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8" name="Google Shape;668;p3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9" name="Google Shape;669;p3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0" name="Google Shape;670;p3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1" name="Google Shape;671;p3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2" name="Google Shape;672;p3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3" name="Google Shape;673;p3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4" name="Google Shape;674;p3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5" name="Google Shape;675;p3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6" name="Google Shape;676;p3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7" name="Google Shape;677;p3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8" name="Google Shape;678;p3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9" name="Google Shape;679;p3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0" name="Google Shape;680;p3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1" name="Google Shape;681;p3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82" name="Google Shape;682;p3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683" name="Google Shape;683;p3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31"/>
          <p:cNvSpPr txBox="1"/>
          <p:nvPr>
            <p:ph type="title"/>
          </p:nvPr>
        </p:nvSpPr>
        <p:spPr>
          <a:xfrm>
            <a:off x="208725" y="344175"/>
            <a:ext cx="74184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85" name="Google Shape;685;p31"/>
          <p:cNvSpPr txBox="1"/>
          <p:nvPr>
            <p:ph idx="1" type="body"/>
          </p:nvPr>
        </p:nvSpPr>
        <p:spPr>
          <a:xfrm>
            <a:off x="208725" y="2320375"/>
            <a:ext cx="4254900" cy="2591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686" name="Google Shape;686;p31"/>
          <p:cNvSpPr txBox="1"/>
          <p:nvPr>
            <p:ph idx="2" type="body"/>
          </p:nvPr>
        </p:nvSpPr>
        <p:spPr>
          <a:xfrm>
            <a:off x="4684150" y="2320375"/>
            <a:ext cx="4254900" cy="2591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687" name="Google Shape;687;p3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_1_1_1_1_1_1_1_1_1_2_1_1">
    <p:spTree>
      <p:nvGrpSpPr>
        <p:cNvPr id="688" name="Shape 688"/>
        <p:cNvGrpSpPr/>
        <p:nvPr/>
      </p:nvGrpSpPr>
      <p:grpSpPr>
        <a:xfrm>
          <a:off x="0" y="0"/>
          <a:ext cx="0" cy="0"/>
          <a:chOff x="0" y="0"/>
          <a:chExt cx="0" cy="0"/>
        </a:xfrm>
      </p:grpSpPr>
      <p:grpSp>
        <p:nvGrpSpPr>
          <p:cNvPr id="689" name="Google Shape;689;p32"/>
          <p:cNvGrpSpPr/>
          <p:nvPr/>
        </p:nvGrpSpPr>
        <p:grpSpPr>
          <a:xfrm>
            <a:off x="-6096" y="-3429"/>
            <a:ext cx="9156192" cy="5150358"/>
            <a:chOff x="0" y="0"/>
            <a:chExt cx="12192000" cy="6858000"/>
          </a:xfrm>
        </p:grpSpPr>
        <p:sp>
          <p:nvSpPr>
            <p:cNvPr id="690" name="Google Shape;690;p3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1" name="Google Shape;691;p3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2" name="Google Shape;692;p3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3" name="Google Shape;693;p3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4" name="Google Shape;694;p3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5" name="Google Shape;695;p3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6" name="Google Shape;696;p3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7" name="Google Shape;697;p3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8" name="Google Shape;698;p3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9" name="Google Shape;699;p3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0" name="Google Shape;700;p3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1" name="Google Shape;701;p3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2" name="Google Shape;702;p3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3" name="Google Shape;703;p3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4" name="Google Shape;704;p3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5" name="Google Shape;705;p3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6" name="Google Shape;706;p3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7" name="Google Shape;707;p3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8" name="Google Shape;708;p3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9" name="Google Shape;709;p3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0" name="Google Shape;710;p3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1" name="Google Shape;711;p3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2" name="Google Shape;712;p3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3" name="Google Shape;713;p3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4" name="Google Shape;714;p3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5" name="Google Shape;715;p3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6" name="Google Shape;716;p3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7" name="Google Shape;717;p3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8" name="Google Shape;718;p3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9" name="Google Shape;719;p3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0" name="Google Shape;720;p3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1" name="Google Shape;721;p3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2" name="Google Shape;722;p3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3" name="Google Shape;723;p3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4" name="Google Shape;724;p3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5" name="Google Shape;725;p3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6" name="Google Shape;726;p3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7" name="Google Shape;727;p3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8" name="Google Shape;728;p3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9" name="Google Shape;729;p3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0" name="Google Shape;730;p3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1" name="Google Shape;731;p3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2" name="Google Shape;732;p3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3" name="Google Shape;733;p3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4" name="Google Shape;734;p3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5" name="Google Shape;735;p3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6" name="Google Shape;736;p3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7" name="Google Shape;737;p3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8" name="Google Shape;738;p3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9" name="Google Shape;739;p3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0" name="Google Shape;740;p3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1" name="Google Shape;741;p3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2" name="Google Shape;742;p3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3" name="Google Shape;743;p3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 name="Google Shape;744;p3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5" name="Google Shape;745;p3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6" name="Google Shape;746;p3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7" name="Google Shape;747;p3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8" name="Google Shape;748;p3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49" name="Google Shape;749;p3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50" name="Google Shape;750;p3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32"/>
          <p:cNvSpPr txBox="1"/>
          <p:nvPr>
            <p:ph type="title"/>
          </p:nvPr>
        </p:nvSpPr>
        <p:spPr>
          <a:xfrm>
            <a:off x="208725" y="344175"/>
            <a:ext cx="76011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2" name="Google Shape;752;p3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1_1_1_1_1_1_1_1_1_1_2_1_1_1">
    <p:spTree>
      <p:nvGrpSpPr>
        <p:cNvPr id="753" name="Shape 753"/>
        <p:cNvGrpSpPr/>
        <p:nvPr/>
      </p:nvGrpSpPr>
      <p:grpSpPr>
        <a:xfrm>
          <a:off x="0" y="0"/>
          <a:ext cx="0" cy="0"/>
          <a:chOff x="0" y="0"/>
          <a:chExt cx="0" cy="0"/>
        </a:xfrm>
      </p:grpSpPr>
      <p:grpSp>
        <p:nvGrpSpPr>
          <p:cNvPr id="754" name="Google Shape;754;p33"/>
          <p:cNvGrpSpPr/>
          <p:nvPr/>
        </p:nvGrpSpPr>
        <p:grpSpPr>
          <a:xfrm>
            <a:off x="-6096" y="-3429"/>
            <a:ext cx="9156192" cy="5150358"/>
            <a:chOff x="0" y="0"/>
            <a:chExt cx="12192000" cy="6858000"/>
          </a:xfrm>
        </p:grpSpPr>
        <p:sp>
          <p:nvSpPr>
            <p:cNvPr id="755" name="Google Shape;755;p3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6" name="Google Shape;756;p3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7" name="Google Shape;757;p3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8" name="Google Shape;758;p3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9" name="Google Shape;759;p3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0" name="Google Shape;760;p3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1" name="Google Shape;761;p3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2" name="Google Shape;762;p3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3" name="Google Shape;763;p3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4" name="Google Shape;764;p3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5" name="Google Shape;765;p3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6" name="Google Shape;766;p3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7" name="Google Shape;767;p3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8" name="Google Shape;768;p3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9" name="Google Shape;769;p3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0" name="Google Shape;770;p3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1" name="Google Shape;771;p3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2" name="Google Shape;772;p3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3" name="Google Shape;773;p3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4" name="Google Shape;774;p3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5" name="Google Shape;775;p3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6" name="Google Shape;776;p3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7" name="Google Shape;777;p3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8" name="Google Shape;778;p3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9" name="Google Shape;779;p3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0" name="Google Shape;780;p3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1" name="Google Shape;781;p3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2" name="Google Shape;782;p3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3" name="Google Shape;783;p3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4" name="Google Shape;784;p3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5" name="Google Shape;785;p3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6" name="Google Shape;786;p3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7" name="Google Shape;787;p3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8" name="Google Shape;788;p3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9" name="Google Shape;789;p3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0" name="Google Shape;790;p3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1" name="Google Shape;791;p3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2" name="Google Shape;792;p3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3" name="Google Shape;793;p3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4" name="Google Shape;794;p3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5" name="Google Shape;795;p3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6" name="Google Shape;796;p3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7" name="Google Shape;797;p3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8" name="Google Shape;798;p3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9" name="Google Shape;799;p3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0" name="Google Shape;800;p3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1" name="Google Shape;801;p3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2" name="Google Shape;802;p3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3" name="Google Shape;803;p3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4" name="Google Shape;804;p3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5" name="Google Shape;805;p3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6" name="Google Shape;806;p3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7" name="Google Shape;807;p3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8" name="Google Shape;808;p3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9" name="Google Shape;809;p3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0" name="Google Shape;810;p3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1" name="Google Shape;811;p3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2" name="Google Shape;812;p3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3" name="Google Shape;813;p3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14" name="Google Shape;814;p3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15" name="Google Shape;815;p3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33"/>
          <p:cNvSpPr txBox="1"/>
          <p:nvPr>
            <p:ph type="title"/>
          </p:nvPr>
        </p:nvSpPr>
        <p:spPr>
          <a:xfrm>
            <a:off x="208725" y="344175"/>
            <a:ext cx="55584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7" name="Google Shape;817;p33"/>
          <p:cNvSpPr txBox="1"/>
          <p:nvPr>
            <p:ph idx="1" type="subTitle"/>
          </p:nvPr>
        </p:nvSpPr>
        <p:spPr>
          <a:xfrm>
            <a:off x="5767125" y="425525"/>
            <a:ext cx="3238500" cy="9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8" name="Google Shape;818;p33"/>
          <p:cNvSpPr txBox="1"/>
          <p:nvPr>
            <p:ph idx="2" type="body"/>
          </p:nvPr>
        </p:nvSpPr>
        <p:spPr>
          <a:xfrm>
            <a:off x="208725" y="3050325"/>
            <a:ext cx="6666600" cy="18615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819" name="Google Shape;819;p3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1_1_1_1_1_1_1_1_1_2_1_1_1_1">
    <p:spTree>
      <p:nvGrpSpPr>
        <p:cNvPr id="820" name="Shape 820"/>
        <p:cNvGrpSpPr/>
        <p:nvPr/>
      </p:nvGrpSpPr>
      <p:grpSpPr>
        <a:xfrm>
          <a:off x="0" y="0"/>
          <a:ext cx="0" cy="0"/>
          <a:chOff x="0" y="0"/>
          <a:chExt cx="0" cy="0"/>
        </a:xfrm>
      </p:grpSpPr>
      <p:grpSp>
        <p:nvGrpSpPr>
          <p:cNvPr id="821" name="Google Shape;821;p34"/>
          <p:cNvGrpSpPr/>
          <p:nvPr/>
        </p:nvGrpSpPr>
        <p:grpSpPr>
          <a:xfrm>
            <a:off x="-6096" y="-3429"/>
            <a:ext cx="9156192" cy="5150358"/>
            <a:chOff x="0" y="0"/>
            <a:chExt cx="12192000" cy="6858000"/>
          </a:xfrm>
        </p:grpSpPr>
        <p:sp>
          <p:nvSpPr>
            <p:cNvPr id="822" name="Google Shape;822;p3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3" name="Google Shape;823;p3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4" name="Google Shape;824;p3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5" name="Google Shape;825;p3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6" name="Google Shape;826;p3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7" name="Google Shape;827;p3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8" name="Google Shape;828;p3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9" name="Google Shape;829;p3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0" name="Google Shape;830;p3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1" name="Google Shape;831;p3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2" name="Google Shape;832;p3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3" name="Google Shape;833;p3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4" name="Google Shape;834;p3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5" name="Google Shape;835;p3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6" name="Google Shape;836;p3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7" name="Google Shape;837;p3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8" name="Google Shape;838;p3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9" name="Google Shape;839;p3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0" name="Google Shape;840;p3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1" name="Google Shape;841;p3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2" name="Google Shape;842;p3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3" name="Google Shape;843;p3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4" name="Google Shape;844;p3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5" name="Google Shape;845;p3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6" name="Google Shape;846;p3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7" name="Google Shape;847;p3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8" name="Google Shape;848;p3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9" name="Google Shape;849;p3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0" name="Google Shape;850;p3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1" name="Google Shape;851;p3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2" name="Google Shape;852;p3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3" name="Google Shape;853;p3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4" name="Google Shape;854;p3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5" name="Google Shape;855;p3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6" name="Google Shape;856;p3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7" name="Google Shape;857;p3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8" name="Google Shape;858;p3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9" name="Google Shape;859;p3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0" name="Google Shape;860;p3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1" name="Google Shape;861;p3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2" name="Google Shape;862;p3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3" name="Google Shape;863;p3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4" name="Google Shape;864;p3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5" name="Google Shape;865;p3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6" name="Google Shape;866;p3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7" name="Google Shape;867;p3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8" name="Google Shape;868;p3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9" name="Google Shape;869;p3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0" name="Google Shape;870;p3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1" name="Google Shape;871;p3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2" name="Google Shape;872;p3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3" name="Google Shape;873;p3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4" name="Google Shape;874;p3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5" name="Google Shape;875;p3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6" name="Google Shape;876;p3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7" name="Google Shape;877;p3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8" name="Google Shape;878;p3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9" name="Google Shape;879;p3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0" name="Google Shape;880;p3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81" name="Google Shape;881;p3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82" name="Google Shape;882;p3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34"/>
          <p:cNvSpPr txBox="1"/>
          <p:nvPr>
            <p:ph type="title"/>
          </p:nvPr>
        </p:nvSpPr>
        <p:spPr>
          <a:xfrm>
            <a:off x="836250" y="1569150"/>
            <a:ext cx="7471500" cy="2005200"/>
          </a:xfrm>
          <a:prstGeom prst="rect">
            <a:avLst/>
          </a:prstGeom>
          <a:noFill/>
          <a:ln>
            <a:noFill/>
          </a:ln>
        </p:spPr>
        <p:txBody>
          <a:bodyPr anchorCtr="0" anchor="t" bIns="91425" lIns="91425" spcFirstLastPara="1" rIns="91425" wrap="square" tIns="91425">
            <a:spAutoFit/>
          </a:bodyPr>
          <a:lstStyle>
            <a:lvl1pPr lvl="0" algn="ctr">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84" name="Google Shape;884;p3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885" name="Shape 885"/>
        <p:cNvGrpSpPr/>
        <p:nvPr/>
      </p:nvGrpSpPr>
      <p:grpSpPr>
        <a:xfrm>
          <a:off x="0" y="0"/>
          <a:ext cx="0" cy="0"/>
          <a:chOff x="0" y="0"/>
          <a:chExt cx="0" cy="0"/>
        </a:xfrm>
      </p:grpSpPr>
      <p:sp>
        <p:nvSpPr>
          <p:cNvPr id="886" name="Google Shape;886;p3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spAutoFit/>
          </a:bodyPr>
          <a:lstStyle>
            <a:lvl1pPr lvl="0" algn="l">
              <a:lnSpc>
                <a:spcPct val="9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87" name="Google Shape;887;p3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88" name="Google Shape;88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89" name="Shape 889"/>
        <p:cNvGrpSpPr/>
        <p:nvPr/>
      </p:nvGrpSpPr>
      <p:grpSpPr>
        <a:xfrm>
          <a:off x="0" y="0"/>
          <a:ext cx="0" cy="0"/>
          <a:chOff x="0" y="0"/>
          <a:chExt cx="0" cy="0"/>
        </a:xfrm>
      </p:grpSpPr>
      <p:sp>
        <p:nvSpPr>
          <p:cNvPr id="890" name="Google Shape;890;p3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spAutoFit/>
          </a:bodyPr>
          <a:lstStyle>
            <a:lvl1pPr lvl="0" algn="ctr">
              <a:lnSpc>
                <a:spcPct val="9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92" name="Google Shape;892;p3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93" name="Google Shape;893;p3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894" name="Google Shape;89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1_1_1_1_1_1_1_1_1_2_1_1_1_1_1">
    <p:spTree>
      <p:nvGrpSpPr>
        <p:cNvPr id="895" name="Shape 895"/>
        <p:cNvGrpSpPr/>
        <p:nvPr/>
      </p:nvGrpSpPr>
      <p:grpSpPr>
        <a:xfrm>
          <a:off x="0" y="0"/>
          <a:ext cx="0" cy="0"/>
          <a:chOff x="0" y="0"/>
          <a:chExt cx="0" cy="0"/>
        </a:xfrm>
      </p:grpSpPr>
      <p:grpSp>
        <p:nvGrpSpPr>
          <p:cNvPr id="896" name="Google Shape;896;p37"/>
          <p:cNvGrpSpPr/>
          <p:nvPr/>
        </p:nvGrpSpPr>
        <p:grpSpPr>
          <a:xfrm>
            <a:off x="-6096" y="-3429"/>
            <a:ext cx="9156192" cy="5150358"/>
            <a:chOff x="0" y="0"/>
            <a:chExt cx="12192000" cy="6858000"/>
          </a:xfrm>
        </p:grpSpPr>
        <p:sp>
          <p:nvSpPr>
            <p:cNvPr id="897" name="Google Shape;897;p3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8" name="Google Shape;898;p3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9" name="Google Shape;899;p3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0" name="Google Shape;900;p3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1" name="Google Shape;901;p3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2" name="Google Shape;902;p3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3" name="Google Shape;903;p3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4" name="Google Shape;904;p3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5" name="Google Shape;905;p3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6" name="Google Shape;906;p3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7" name="Google Shape;907;p3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8" name="Google Shape;908;p3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9" name="Google Shape;909;p3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0" name="Google Shape;910;p3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1" name="Google Shape;911;p3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2" name="Google Shape;912;p3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3" name="Google Shape;913;p3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4" name="Google Shape;914;p3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5" name="Google Shape;915;p3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6" name="Google Shape;916;p3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7" name="Google Shape;917;p3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8" name="Google Shape;918;p3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9" name="Google Shape;919;p3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0" name="Google Shape;920;p3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1" name="Google Shape;921;p3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2" name="Google Shape;922;p3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3" name="Google Shape;923;p3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4" name="Google Shape;924;p3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5" name="Google Shape;925;p3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6" name="Google Shape;926;p3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7" name="Google Shape;927;p3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8" name="Google Shape;928;p3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9" name="Google Shape;929;p3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0" name="Google Shape;930;p3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1" name="Google Shape;931;p3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2" name="Google Shape;932;p3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3" name="Google Shape;933;p3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4" name="Google Shape;934;p3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5" name="Google Shape;935;p3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6" name="Google Shape;936;p3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7" name="Google Shape;937;p3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8" name="Google Shape;938;p3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9" name="Google Shape;939;p3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0" name="Google Shape;940;p3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1" name="Google Shape;941;p3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2" name="Google Shape;942;p3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3" name="Google Shape;943;p3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4" name="Google Shape;944;p3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5" name="Google Shape;945;p3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6" name="Google Shape;946;p3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7" name="Google Shape;947;p3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8" name="Google Shape;948;p3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9" name="Google Shape;949;p3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0" name="Google Shape;950;p3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1" name="Google Shape;951;p3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2" name="Google Shape;952;p3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3" name="Google Shape;953;p3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4" name="Google Shape;954;p3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5" name="Google Shape;955;p3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56" name="Google Shape;956;p3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57" name="Google Shape;957;p3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37"/>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59" name="Google Shape;959;p37"/>
          <p:cNvSpPr txBox="1"/>
          <p:nvPr>
            <p:ph idx="1" type="subTitle"/>
          </p:nvPr>
        </p:nvSpPr>
        <p:spPr>
          <a:xfrm>
            <a:off x="208725" y="2464950"/>
            <a:ext cx="3238500" cy="91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0" name="Google Shape;960;p3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_1_1_1_1_1_1_1_1_1_2_1_1_1_1_1_1">
    <p:spTree>
      <p:nvGrpSpPr>
        <p:cNvPr id="961" name="Shape 961"/>
        <p:cNvGrpSpPr/>
        <p:nvPr/>
      </p:nvGrpSpPr>
      <p:grpSpPr>
        <a:xfrm>
          <a:off x="0" y="0"/>
          <a:ext cx="0" cy="0"/>
          <a:chOff x="0" y="0"/>
          <a:chExt cx="0" cy="0"/>
        </a:xfrm>
      </p:grpSpPr>
      <p:grpSp>
        <p:nvGrpSpPr>
          <p:cNvPr id="962" name="Google Shape;962;p38"/>
          <p:cNvGrpSpPr/>
          <p:nvPr/>
        </p:nvGrpSpPr>
        <p:grpSpPr>
          <a:xfrm>
            <a:off x="-6096" y="-3429"/>
            <a:ext cx="9156192" cy="5150358"/>
            <a:chOff x="0" y="0"/>
            <a:chExt cx="12192000" cy="6858000"/>
          </a:xfrm>
        </p:grpSpPr>
        <p:sp>
          <p:nvSpPr>
            <p:cNvPr id="963" name="Google Shape;963;p3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4" name="Google Shape;964;p3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5" name="Google Shape;965;p3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6" name="Google Shape;966;p3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7" name="Google Shape;967;p3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8" name="Google Shape;968;p3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9" name="Google Shape;969;p3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0" name="Google Shape;970;p3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1" name="Google Shape;971;p3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2" name="Google Shape;972;p3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3" name="Google Shape;973;p3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4" name="Google Shape;974;p3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5" name="Google Shape;975;p3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6" name="Google Shape;976;p3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7" name="Google Shape;977;p3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8" name="Google Shape;978;p3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9" name="Google Shape;979;p3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0" name="Google Shape;980;p3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1" name="Google Shape;981;p3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2" name="Google Shape;982;p3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3" name="Google Shape;983;p3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4" name="Google Shape;984;p3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5" name="Google Shape;985;p3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6" name="Google Shape;986;p3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7" name="Google Shape;987;p3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8" name="Google Shape;988;p3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9" name="Google Shape;989;p3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0" name="Google Shape;990;p3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1" name="Google Shape;991;p3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2" name="Google Shape;992;p3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3" name="Google Shape;993;p3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4" name="Google Shape;994;p3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5" name="Google Shape;995;p3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6" name="Google Shape;996;p3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7" name="Google Shape;997;p3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8" name="Google Shape;998;p3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9" name="Google Shape;999;p3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0" name="Google Shape;1000;p3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1" name="Google Shape;1001;p3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2" name="Google Shape;1002;p3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3" name="Google Shape;1003;p3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4" name="Google Shape;1004;p3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5" name="Google Shape;1005;p3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6" name="Google Shape;1006;p3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7" name="Google Shape;1007;p3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8" name="Google Shape;1008;p3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9" name="Google Shape;1009;p3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0" name="Google Shape;1010;p3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1" name="Google Shape;1011;p3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2" name="Google Shape;1012;p3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3" name="Google Shape;1013;p3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4" name="Google Shape;1014;p3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5" name="Google Shape;1015;p3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6" name="Google Shape;1016;p3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7" name="Google Shape;1017;p3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8" name="Google Shape;1018;p3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9" name="Google Shape;1019;p3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0" name="Google Shape;1020;p3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1" name="Google Shape;1021;p3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22" name="Google Shape;1022;p3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23" name="Google Shape;1023;p3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38"/>
          <p:cNvSpPr txBox="1"/>
          <p:nvPr>
            <p:ph idx="1" type="body"/>
          </p:nvPr>
        </p:nvSpPr>
        <p:spPr>
          <a:xfrm>
            <a:off x="1578900" y="1135050"/>
            <a:ext cx="5986200" cy="2873400"/>
          </a:xfrm>
          <a:prstGeom prst="rect">
            <a:avLst/>
          </a:prstGeom>
          <a:noFill/>
          <a:ln>
            <a:noFill/>
          </a:ln>
        </p:spPr>
        <p:txBody>
          <a:bodyPr anchorCtr="0" anchor="t" bIns="91425" lIns="91425" spcFirstLastPara="1" rIns="91425" wrap="square" tIns="91425">
            <a:noAutofit/>
          </a:bodyPr>
          <a:lstStyle>
            <a:lvl1pPr indent="-279400" lvl="0" marL="457200" algn="ctr">
              <a:lnSpc>
                <a:spcPct val="100000"/>
              </a:lnSpc>
              <a:spcBef>
                <a:spcPts val="0"/>
              </a:spcBef>
              <a:spcAft>
                <a:spcPts val="0"/>
              </a:spcAft>
              <a:buSzPts val="800"/>
              <a:buChar char="●"/>
              <a:defRPr/>
            </a:lvl1pPr>
            <a:lvl2pPr indent="-279400" lvl="1" marL="914400" algn="ctr">
              <a:lnSpc>
                <a:spcPct val="100000"/>
              </a:lnSpc>
              <a:spcBef>
                <a:spcPts val="0"/>
              </a:spcBef>
              <a:spcAft>
                <a:spcPts val="0"/>
              </a:spcAft>
              <a:buSzPts val="800"/>
              <a:buChar char="○"/>
              <a:defRPr/>
            </a:lvl2pPr>
            <a:lvl3pPr indent="-279400" lvl="2" marL="1371600" algn="ctr">
              <a:lnSpc>
                <a:spcPct val="100000"/>
              </a:lnSpc>
              <a:spcBef>
                <a:spcPts val="0"/>
              </a:spcBef>
              <a:spcAft>
                <a:spcPts val="0"/>
              </a:spcAft>
              <a:buSzPts val="800"/>
              <a:buChar char="■"/>
              <a:defRPr/>
            </a:lvl3pPr>
            <a:lvl4pPr indent="-279400" lvl="3" marL="1828800" algn="ctr">
              <a:lnSpc>
                <a:spcPct val="100000"/>
              </a:lnSpc>
              <a:spcBef>
                <a:spcPts val="0"/>
              </a:spcBef>
              <a:spcAft>
                <a:spcPts val="0"/>
              </a:spcAft>
              <a:buSzPts val="800"/>
              <a:buChar char="●"/>
              <a:defRPr/>
            </a:lvl4pPr>
            <a:lvl5pPr indent="-279400" lvl="4" marL="2286000" algn="ctr">
              <a:lnSpc>
                <a:spcPct val="100000"/>
              </a:lnSpc>
              <a:spcBef>
                <a:spcPts val="0"/>
              </a:spcBef>
              <a:spcAft>
                <a:spcPts val="0"/>
              </a:spcAft>
              <a:buSzPts val="800"/>
              <a:buChar char="○"/>
              <a:defRPr/>
            </a:lvl5pPr>
            <a:lvl6pPr indent="-279400" lvl="5" marL="2743200" algn="ctr">
              <a:lnSpc>
                <a:spcPct val="100000"/>
              </a:lnSpc>
              <a:spcBef>
                <a:spcPts val="0"/>
              </a:spcBef>
              <a:spcAft>
                <a:spcPts val="0"/>
              </a:spcAft>
              <a:buSzPts val="800"/>
              <a:buChar char="■"/>
              <a:defRPr/>
            </a:lvl6pPr>
            <a:lvl7pPr indent="-279400" lvl="6" marL="3200400" algn="ctr">
              <a:lnSpc>
                <a:spcPct val="100000"/>
              </a:lnSpc>
              <a:spcBef>
                <a:spcPts val="0"/>
              </a:spcBef>
              <a:spcAft>
                <a:spcPts val="0"/>
              </a:spcAft>
              <a:buSzPts val="800"/>
              <a:buChar char="●"/>
              <a:defRPr/>
            </a:lvl7pPr>
            <a:lvl8pPr indent="-279400" lvl="7" marL="3657600" algn="ctr">
              <a:lnSpc>
                <a:spcPct val="100000"/>
              </a:lnSpc>
              <a:spcBef>
                <a:spcPts val="0"/>
              </a:spcBef>
              <a:spcAft>
                <a:spcPts val="0"/>
              </a:spcAft>
              <a:buSzPts val="800"/>
              <a:buChar char="○"/>
              <a:defRPr/>
            </a:lvl8pPr>
            <a:lvl9pPr indent="-279400" lvl="8" marL="4114800" algn="ctr">
              <a:lnSpc>
                <a:spcPct val="100000"/>
              </a:lnSpc>
              <a:spcBef>
                <a:spcPts val="0"/>
              </a:spcBef>
              <a:spcAft>
                <a:spcPts val="0"/>
              </a:spcAft>
              <a:buSzPts val="800"/>
              <a:buChar char="■"/>
              <a:defRPr/>
            </a:lvl9pPr>
          </a:lstStyle>
          <a:p/>
        </p:txBody>
      </p:sp>
      <p:sp>
        <p:nvSpPr>
          <p:cNvPr id="1025" name="Google Shape;1025;p3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1_1_1_1_1_1_1_1_1_2_1_1_1_1_1_1_1">
    <p:spTree>
      <p:nvGrpSpPr>
        <p:cNvPr id="1026" name="Shape 1026"/>
        <p:cNvGrpSpPr/>
        <p:nvPr/>
      </p:nvGrpSpPr>
      <p:grpSpPr>
        <a:xfrm>
          <a:off x="0" y="0"/>
          <a:ext cx="0" cy="0"/>
          <a:chOff x="0" y="0"/>
          <a:chExt cx="0" cy="0"/>
        </a:xfrm>
      </p:grpSpPr>
      <p:grpSp>
        <p:nvGrpSpPr>
          <p:cNvPr id="1027" name="Google Shape;1027;p39"/>
          <p:cNvGrpSpPr/>
          <p:nvPr/>
        </p:nvGrpSpPr>
        <p:grpSpPr>
          <a:xfrm>
            <a:off x="-6096" y="-3429"/>
            <a:ext cx="9156192" cy="5150358"/>
            <a:chOff x="0" y="0"/>
            <a:chExt cx="12192000" cy="6858000"/>
          </a:xfrm>
        </p:grpSpPr>
        <p:sp>
          <p:nvSpPr>
            <p:cNvPr id="1028" name="Google Shape;1028;p3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9" name="Google Shape;1029;p3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0" name="Google Shape;1030;p3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1" name="Google Shape;1031;p3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2" name="Google Shape;1032;p3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3" name="Google Shape;1033;p3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4" name="Google Shape;1034;p3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5" name="Google Shape;1035;p3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6" name="Google Shape;1036;p3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7" name="Google Shape;1037;p3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8" name="Google Shape;1038;p3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9" name="Google Shape;1039;p3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0" name="Google Shape;1040;p3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1" name="Google Shape;1041;p3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2" name="Google Shape;1042;p3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3" name="Google Shape;1043;p3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4" name="Google Shape;1044;p3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5" name="Google Shape;1045;p3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6" name="Google Shape;1046;p3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7" name="Google Shape;1047;p3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8" name="Google Shape;1048;p3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9" name="Google Shape;1049;p3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0" name="Google Shape;1050;p3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1" name="Google Shape;1051;p3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2" name="Google Shape;1052;p3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3" name="Google Shape;1053;p3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4" name="Google Shape;1054;p3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5" name="Google Shape;1055;p3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6" name="Google Shape;1056;p3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7" name="Google Shape;1057;p3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8" name="Google Shape;1058;p3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9" name="Google Shape;1059;p3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0" name="Google Shape;1060;p3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1" name="Google Shape;1061;p3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2" name="Google Shape;1062;p3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3" name="Google Shape;1063;p3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4" name="Google Shape;1064;p3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5" name="Google Shape;1065;p3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6" name="Google Shape;1066;p3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7" name="Google Shape;1067;p3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8" name="Google Shape;1068;p3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9" name="Google Shape;1069;p3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0" name="Google Shape;1070;p3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1" name="Google Shape;1071;p3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2" name="Google Shape;1072;p3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3" name="Google Shape;1073;p3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4" name="Google Shape;1074;p3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5" name="Google Shape;1075;p3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6" name="Google Shape;1076;p3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7" name="Google Shape;1077;p3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8" name="Google Shape;1078;p3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9" name="Google Shape;1079;p3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0" name="Google Shape;1080;p3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1" name="Google Shape;1081;p3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2" name="Google Shape;1082;p3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3" name="Google Shape;1083;p3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4" name="Google Shape;1084;p3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5" name="Google Shape;1085;p3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6" name="Google Shape;1086;p3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87" name="Google Shape;1087;p3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88" name="Google Shape;1088;p3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39"/>
          <p:cNvSpPr txBox="1"/>
          <p:nvPr>
            <p:ph idx="1" type="body"/>
          </p:nvPr>
        </p:nvSpPr>
        <p:spPr>
          <a:xfrm>
            <a:off x="2919350" y="1423650"/>
            <a:ext cx="5986200" cy="287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090" name="Google Shape;1090;p39"/>
          <p:cNvSpPr txBox="1"/>
          <p:nvPr>
            <p:ph type="title"/>
          </p:nvPr>
        </p:nvSpPr>
        <p:spPr>
          <a:xfrm>
            <a:off x="221150" y="1423650"/>
            <a:ext cx="2510100" cy="2296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4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91" name="Google Shape;1091;p3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grid">
  <p:cSld name="CUSTOM_1_1_1_1_1_1_1_1_1_1_2_1_1_1_1_1_1_1_1">
    <p:spTree>
      <p:nvGrpSpPr>
        <p:cNvPr id="1092" name="Shape 1092"/>
        <p:cNvGrpSpPr/>
        <p:nvPr/>
      </p:nvGrpSpPr>
      <p:grpSpPr>
        <a:xfrm>
          <a:off x="0" y="0"/>
          <a:ext cx="0" cy="0"/>
          <a:chOff x="0" y="0"/>
          <a:chExt cx="0" cy="0"/>
        </a:xfrm>
      </p:grpSpPr>
      <p:grpSp>
        <p:nvGrpSpPr>
          <p:cNvPr id="1093" name="Google Shape;1093;p40"/>
          <p:cNvGrpSpPr/>
          <p:nvPr/>
        </p:nvGrpSpPr>
        <p:grpSpPr>
          <a:xfrm>
            <a:off x="-6096" y="-3429"/>
            <a:ext cx="9156192" cy="5150358"/>
            <a:chOff x="0" y="0"/>
            <a:chExt cx="12192000" cy="6858000"/>
          </a:xfrm>
        </p:grpSpPr>
        <p:sp>
          <p:nvSpPr>
            <p:cNvPr id="1094" name="Google Shape;1094;p4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5" name="Google Shape;1095;p4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6" name="Google Shape;1096;p4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7" name="Google Shape;1097;p4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8" name="Google Shape;1098;p4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9" name="Google Shape;1099;p4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0" name="Google Shape;1100;p4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1" name="Google Shape;1101;p4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2" name="Google Shape;1102;p4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3" name="Google Shape;1103;p4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4" name="Google Shape;1104;p4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5" name="Google Shape;1105;p4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6" name="Google Shape;1106;p4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7" name="Google Shape;1107;p4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8" name="Google Shape;1108;p4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9" name="Google Shape;1109;p4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0" name="Google Shape;1110;p4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1" name="Google Shape;1111;p4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2" name="Google Shape;1112;p4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3" name="Google Shape;1113;p4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4" name="Google Shape;1114;p4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5" name="Google Shape;1115;p4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6" name="Google Shape;1116;p4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7" name="Google Shape;1117;p4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8" name="Google Shape;1118;p4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9" name="Google Shape;1119;p4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0" name="Google Shape;1120;p4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1" name="Google Shape;1121;p4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2" name="Google Shape;1122;p4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3" name="Google Shape;1123;p4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4" name="Google Shape;1124;p4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5" name="Google Shape;1125;p4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6" name="Google Shape;1126;p4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7" name="Google Shape;1127;p4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8" name="Google Shape;1128;p4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9" name="Google Shape;1129;p4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0" name="Google Shape;1130;p4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1" name="Google Shape;1131;p4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2" name="Google Shape;1132;p4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3" name="Google Shape;1133;p4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4" name="Google Shape;1134;p4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5" name="Google Shape;1135;p4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6" name="Google Shape;1136;p4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7" name="Google Shape;1137;p4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8" name="Google Shape;1138;p4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9" name="Google Shape;1139;p4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0" name="Google Shape;1140;p4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1" name="Google Shape;1141;p4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2" name="Google Shape;1142;p4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3" name="Google Shape;1143;p4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4" name="Google Shape;1144;p4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5" name="Google Shape;1145;p4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6" name="Google Shape;1146;p4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7" name="Google Shape;1147;p4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8" name="Google Shape;1148;p4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9" name="Google Shape;1149;p4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0" name="Google Shape;1150;p4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1" name="Google Shape;1151;p4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2" name="Google Shape;1152;p4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53" name="Google Shape;1153;p4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54" name="Google Shape;1154;p4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4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_1_1_1_1_1_1_1_1_1_2_1_1_1_1_1_1_1_1_1">
    <p:spTree>
      <p:nvGrpSpPr>
        <p:cNvPr id="1156" name="Shape 1156"/>
        <p:cNvGrpSpPr/>
        <p:nvPr/>
      </p:nvGrpSpPr>
      <p:grpSpPr>
        <a:xfrm>
          <a:off x="0" y="0"/>
          <a:ext cx="0" cy="0"/>
          <a:chOff x="0" y="0"/>
          <a:chExt cx="0" cy="0"/>
        </a:xfrm>
      </p:grpSpPr>
      <p:sp>
        <p:nvSpPr>
          <p:cNvPr id="1157" name="Google Shape;1157;p4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58" name="Google Shape;1158;p4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4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_1_1_1_1_1_1_1_1_1_2_1_1_1_1_1_1_1_1_1_1">
    <p:spTree>
      <p:nvGrpSpPr>
        <p:cNvPr id="1160" name="Shape 1160"/>
        <p:cNvGrpSpPr/>
        <p:nvPr/>
      </p:nvGrpSpPr>
      <p:grpSpPr>
        <a:xfrm>
          <a:off x="0" y="0"/>
          <a:ext cx="0" cy="0"/>
          <a:chOff x="0" y="0"/>
          <a:chExt cx="0" cy="0"/>
        </a:xfrm>
      </p:grpSpPr>
      <p:sp>
        <p:nvSpPr>
          <p:cNvPr id="1161" name="Google Shape;1161;p4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162" name="Google Shape;1162;p42"/>
          <p:cNvGrpSpPr/>
          <p:nvPr/>
        </p:nvGrpSpPr>
        <p:grpSpPr>
          <a:xfrm>
            <a:off x="-6096" y="-3429"/>
            <a:ext cx="9156192" cy="5150358"/>
            <a:chOff x="0" y="0"/>
            <a:chExt cx="12192000" cy="6858000"/>
          </a:xfrm>
        </p:grpSpPr>
        <p:sp>
          <p:nvSpPr>
            <p:cNvPr id="1163" name="Google Shape;1163;p4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4" name="Google Shape;1164;p4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5" name="Google Shape;1165;p4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6" name="Google Shape;1166;p4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7" name="Google Shape;1167;p4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8" name="Google Shape;1168;p4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9" name="Google Shape;1169;p4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0" name="Google Shape;1170;p4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1" name="Google Shape;1171;p4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2" name="Google Shape;1172;p4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3" name="Google Shape;1173;p4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4" name="Google Shape;1174;p4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5" name="Google Shape;1175;p4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6" name="Google Shape;1176;p4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7" name="Google Shape;1177;p4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8" name="Google Shape;1178;p4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9" name="Google Shape;1179;p4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0" name="Google Shape;1180;p4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1" name="Google Shape;1181;p4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2" name="Google Shape;1182;p4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3" name="Google Shape;1183;p4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4" name="Google Shape;1184;p4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5" name="Google Shape;1185;p4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6" name="Google Shape;1186;p4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7" name="Google Shape;1187;p4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8" name="Google Shape;1188;p4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9" name="Google Shape;1189;p4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0" name="Google Shape;1190;p4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1" name="Google Shape;1191;p4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2" name="Google Shape;1192;p4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3" name="Google Shape;1193;p4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4" name="Google Shape;1194;p4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5" name="Google Shape;1195;p4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6" name="Google Shape;1196;p4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7" name="Google Shape;1197;p4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8" name="Google Shape;1198;p4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9" name="Google Shape;1199;p4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0" name="Google Shape;1200;p4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1" name="Google Shape;1201;p4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2" name="Google Shape;1202;p4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3" name="Google Shape;1203;p4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4" name="Google Shape;1204;p4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5" name="Google Shape;1205;p4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6" name="Google Shape;1206;p4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7" name="Google Shape;1207;p4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8" name="Google Shape;1208;p4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9" name="Google Shape;1209;p4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0" name="Google Shape;1210;p4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1" name="Google Shape;1211;p4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2" name="Google Shape;1212;p4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3" name="Google Shape;1213;p4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4" name="Google Shape;1214;p4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5" name="Google Shape;1215;p4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6" name="Google Shape;1216;p4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7" name="Google Shape;1217;p4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8" name="Google Shape;1218;p4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9" name="Google Shape;1219;p4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0" name="Google Shape;1220;p4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1" name="Google Shape;1221;p4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22" name="Google Shape;1222;p4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42"/>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24" name="Google Shape;1224;p42"/>
          <p:cNvSpPr txBox="1"/>
          <p:nvPr>
            <p:ph idx="1" type="subTitle"/>
          </p:nvPr>
        </p:nvSpPr>
        <p:spPr>
          <a:xfrm>
            <a:off x="208725" y="2464950"/>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5" name="Google Shape;1225;p42"/>
          <p:cNvSpPr txBox="1"/>
          <p:nvPr>
            <p:ph idx="2" type="subTitle"/>
          </p:nvPr>
        </p:nvSpPr>
        <p:spPr>
          <a:xfrm>
            <a:off x="3281550" y="2464950"/>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6" name="Google Shape;1226;p42"/>
          <p:cNvSpPr txBox="1"/>
          <p:nvPr>
            <p:ph idx="3" type="subTitle"/>
          </p:nvPr>
        </p:nvSpPr>
        <p:spPr>
          <a:xfrm>
            <a:off x="6354375" y="2464950"/>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7" name="Google Shape;1227;p42"/>
          <p:cNvSpPr txBox="1"/>
          <p:nvPr>
            <p:ph idx="4" type="subTitle"/>
          </p:nvPr>
        </p:nvSpPr>
        <p:spPr>
          <a:xfrm>
            <a:off x="208725" y="3659899"/>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8" name="Google Shape;1228;p42"/>
          <p:cNvSpPr txBox="1"/>
          <p:nvPr>
            <p:ph idx="5" type="subTitle"/>
          </p:nvPr>
        </p:nvSpPr>
        <p:spPr>
          <a:xfrm>
            <a:off x="3281550" y="3659899"/>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9" name="Google Shape;1229;p42"/>
          <p:cNvSpPr txBox="1"/>
          <p:nvPr>
            <p:ph idx="6" type="subTitle"/>
          </p:nvPr>
        </p:nvSpPr>
        <p:spPr>
          <a:xfrm>
            <a:off x="6354375" y="3659899"/>
            <a:ext cx="2580900" cy="720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0" name="Google Shape;1230;p4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1_1_1_1_1_1_1_1_2_1_1_1_1_1_1_1_1_1_1_1">
    <p:spTree>
      <p:nvGrpSpPr>
        <p:cNvPr id="1231" name="Shape 1231"/>
        <p:cNvGrpSpPr/>
        <p:nvPr/>
      </p:nvGrpSpPr>
      <p:grpSpPr>
        <a:xfrm>
          <a:off x="0" y="0"/>
          <a:ext cx="0" cy="0"/>
          <a:chOff x="0" y="0"/>
          <a:chExt cx="0" cy="0"/>
        </a:xfrm>
      </p:grpSpPr>
      <p:sp>
        <p:nvSpPr>
          <p:cNvPr id="1232" name="Google Shape;1232;p4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233" name="Google Shape;1233;p43"/>
          <p:cNvGrpSpPr/>
          <p:nvPr/>
        </p:nvGrpSpPr>
        <p:grpSpPr>
          <a:xfrm>
            <a:off x="-6096" y="-3429"/>
            <a:ext cx="9156192" cy="5150358"/>
            <a:chOff x="0" y="0"/>
            <a:chExt cx="12192000" cy="6858000"/>
          </a:xfrm>
        </p:grpSpPr>
        <p:sp>
          <p:nvSpPr>
            <p:cNvPr id="1234" name="Google Shape;1234;p4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5" name="Google Shape;1235;p4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6" name="Google Shape;1236;p4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7" name="Google Shape;1237;p4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8" name="Google Shape;1238;p4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9" name="Google Shape;1239;p4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0" name="Google Shape;1240;p4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1" name="Google Shape;1241;p4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2" name="Google Shape;1242;p4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3" name="Google Shape;1243;p4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4" name="Google Shape;1244;p4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5" name="Google Shape;1245;p4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6" name="Google Shape;1246;p4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7" name="Google Shape;1247;p4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8" name="Google Shape;1248;p4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9" name="Google Shape;1249;p4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0" name="Google Shape;1250;p4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1" name="Google Shape;1251;p4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2" name="Google Shape;1252;p4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3" name="Google Shape;1253;p4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4" name="Google Shape;1254;p4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5" name="Google Shape;1255;p4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6" name="Google Shape;1256;p4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7" name="Google Shape;1257;p4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8" name="Google Shape;1258;p4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9" name="Google Shape;1259;p4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0" name="Google Shape;1260;p4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1" name="Google Shape;1261;p4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2" name="Google Shape;1262;p4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3" name="Google Shape;1263;p4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4" name="Google Shape;1264;p4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5" name="Google Shape;1265;p4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6" name="Google Shape;1266;p4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7" name="Google Shape;1267;p4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8" name="Google Shape;1268;p4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9" name="Google Shape;1269;p4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0" name="Google Shape;1270;p4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1" name="Google Shape;1271;p4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2" name="Google Shape;1272;p4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3" name="Google Shape;1273;p4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4" name="Google Shape;1274;p4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5" name="Google Shape;1275;p4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6" name="Google Shape;1276;p4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7" name="Google Shape;1277;p4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8" name="Google Shape;1278;p4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9" name="Google Shape;1279;p4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0" name="Google Shape;1280;p4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1" name="Google Shape;1281;p4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2" name="Google Shape;1282;p4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3" name="Google Shape;1283;p4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4" name="Google Shape;1284;p4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5" name="Google Shape;1285;p4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6" name="Google Shape;1286;p4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7" name="Google Shape;1287;p4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8" name="Google Shape;1288;p4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9" name="Google Shape;1289;p4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0" name="Google Shape;1290;p4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1" name="Google Shape;1291;p4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2" name="Google Shape;1292;p4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93" name="Google Shape;1293;p4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43"/>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95" name="Google Shape;1295;p43"/>
          <p:cNvSpPr txBox="1"/>
          <p:nvPr>
            <p:ph idx="1" type="body"/>
          </p:nvPr>
        </p:nvSpPr>
        <p:spPr>
          <a:xfrm>
            <a:off x="208725" y="2304400"/>
            <a:ext cx="33528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296" name="Google Shape;1296;p43"/>
          <p:cNvSpPr/>
          <p:nvPr>
            <p:ph idx="2" type="pic"/>
          </p:nvPr>
        </p:nvSpPr>
        <p:spPr>
          <a:xfrm>
            <a:off x="3769050" y="2304400"/>
            <a:ext cx="5156700" cy="2568600"/>
          </a:xfrm>
          <a:prstGeom prst="roundRect">
            <a:avLst>
              <a:gd fmla="val 4123" name="adj"/>
            </a:avLst>
          </a:prstGeom>
          <a:noFill/>
          <a:ln>
            <a:noFill/>
          </a:ln>
        </p:spPr>
      </p:sp>
      <p:sp>
        <p:nvSpPr>
          <p:cNvPr id="1297" name="Google Shape;1297;p4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_1_1_1_1_1_1_1_1_2_1_1_1_1_1_1_1_1_1_1_1_1">
    <p:spTree>
      <p:nvGrpSpPr>
        <p:cNvPr id="1298" name="Shape 1298"/>
        <p:cNvGrpSpPr/>
        <p:nvPr/>
      </p:nvGrpSpPr>
      <p:grpSpPr>
        <a:xfrm>
          <a:off x="0" y="0"/>
          <a:ext cx="0" cy="0"/>
          <a:chOff x="0" y="0"/>
          <a:chExt cx="0" cy="0"/>
        </a:xfrm>
      </p:grpSpPr>
      <p:sp>
        <p:nvSpPr>
          <p:cNvPr id="1299" name="Google Shape;1299;p4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300" name="Google Shape;1300;p44"/>
          <p:cNvGrpSpPr/>
          <p:nvPr/>
        </p:nvGrpSpPr>
        <p:grpSpPr>
          <a:xfrm>
            <a:off x="-6096" y="-3429"/>
            <a:ext cx="9156192" cy="5150358"/>
            <a:chOff x="0" y="0"/>
            <a:chExt cx="12192000" cy="6858000"/>
          </a:xfrm>
        </p:grpSpPr>
        <p:sp>
          <p:nvSpPr>
            <p:cNvPr id="1301" name="Google Shape;1301;p4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2" name="Google Shape;1302;p4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3" name="Google Shape;1303;p4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4" name="Google Shape;1304;p4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5" name="Google Shape;1305;p4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6" name="Google Shape;1306;p4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7" name="Google Shape;1307;p4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8" name="Google Shape;1308;p4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9" name="Google Shape;1309;p4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0" name="Google Shape;1310;p4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1" name="Google Shape;1311;p4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2" name="Google Shape;1312;p4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3" name="Google Shape;1313;p4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4" name="Google Shape;1314;p4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5" name="Google Shape;1315;p4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6" name="Google Shape;1316;p4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7" name="Google Shape;1317;p4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8" name="Google Shape;1318;p4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9" name="Google Shape;1319;p4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0" name="Google Shape;1320;p4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1" name="Google Shape;1321;p4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2" name="Google Shape;1322;p4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3" name="Google Shape;1323;p4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4" name="Google Shape;1324;p4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5" name="Google Shape;1325;p4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6" name="Google Shape;1326;p4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7" name="Google Shape;1327;p4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8" name="Google Shape;1328;p4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9" name="Google Shape;1329;p4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0" name="Google Shape;1330;p4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1" name="Google Shape;1331;p4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2" name="Google Shape;1332;p4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3" name="Google Shape;1333;p4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4" name="Google Shape;1334;p4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5" name="Google Shape;1335;p4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6" name="Google Shape;1336;p4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7" name="Google Shape;1337;p4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8" name="Google Shape;1338;p4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9" name="Google Shape;1339;p4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0" name="Google Shape;1340;p4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1" name="Google Shape;1341;p4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2" name="Google Shape;1342;p4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3" name="Google Shape;1343;p4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4" name="Google Shape;1344;p4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5" name="Google Shape;1345;p4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6" name="Google Shape;1346;p4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7" name="Google Shape;1347;p4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8" name="Google Shape;1348;p4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9" name="Google Shape;1349;p4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0" name="Google Shape;1350;p4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1" name="Google Shape;1351;p4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2" name="Google Shape;1352;p4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3" name="Google Shape;1353;p4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4" name="Google Shape;1354;p4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5" name="Google Shape;1355;p4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6" name="Google Shape;1356;p4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7" name="Google Shape;1357;p4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8" name="Google Shape;1358;p4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9" name="Google Shape;1359;p4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60" name="Google Shape;1360;p4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44"/>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62" name="Google Shape;1362;p44"/>
          <p:cNvSpPr txBox="1"/>
          <p:nvPr>
            <p:ph idx="1" type="body"/>
          </p:nvPr>
        </p:nvSpPr>
        <p:spPr>
          <a:xfrm>
            <a:off x="1173600" y="2751950"/>
            <a:ext cx="30543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363" name="Google Shape;1363;p44"/>
          <p:cNvSpPr txBox="1"/>
          <p:nvPr>
            <p:ph idx="2" type="subTitle"/>
          </p:nvPr>
        </p:nvSpPr>
        <p:spPr>
          <a:xfrm>
            <a:off x="1173600" y="2160100"/>
            <a:ext cx="30543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4" name="Google Shape;1364;p44"/>
          <p:cNvSpPr txBox="1"/>
          <p:nvPr>
            <p:ph idx="3" type="body"/>
          </p:nvPr>
        </p:nvSpPr>
        <p:spPr>
          <a:xfrm>
            <a:off x="4916100" y="2751950"/>
            <a:ext cx="30543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365" name="Google Shape;1365;p44"/>
          <p:cNvSpPr txBox="1"/>
          <p:nvPr>
            <p:ph idx="4" type="subTitle"/>
          </p:nvPr>
        </p:nvSpPr>
        <p:spPr>
          <a:xfrm>
            <a:off x="4916100" y="2160100"/>
            <a:ext cx="30543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6" name="Google Shape;1366;p4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1_1_1_1_1_1_1_2_1_1_1_1_1_1_1_1_1_1_1_1_1">
    <p:spTree>
      <p:nvGrpSpPr>
        <p:cNvPr id="1367" name="Shape 1367"/>
        <p:cNvGrpSpPr/>
        <p:nvPr/>
      </p:nvGrpSpPr>
      <p:grpSpPr>
        <a:xfrm>
          <a:off x="0" y="0"/>
          <a:ext cx="0" cy="0"/>
          <a:chOff x="0" y="0"/>
          <a:chExt cx="0" cy="0"/>
        </a:xfrm>
      </p:grpSpPr>
      <p:sp>
        <p:nvSpPr>
          <p:cNvPr id="1368" name="Google Shape;1368;p4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369" name="Google Shape;1369;p45"/>
          <p:cNvGrpSpPr/>
          <p:nvPr/>
        </p:nvGrpSpPr>
        <p:grpSpPr>
          <a:xfrm>
            <a:off x="-6096" y="-3429"/>
            <a:ext cx="9156192" cy="5150358"/>
            <a:chOff x="0" y="0"/>
            <a:chExt cx="12192000" cy="6858000"/>
          </a:xfrm>
        </p:grpSpPr>
        <p:sp>
          <p:nvSpPr>
            <p:cNvPr id="1370" name="Google Shape;1370;p4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1" name="Google Shape;1371;p4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2" name="Google Shape;1372;p4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3" name="Google Shape;1373;p4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4" name="Google Shape;1374;p4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5" name="Google Shape;1375;p4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6" name="Google Shape;1376;p4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7" name="Google Shape;1377;p4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8" name="Google Shape;1378;p4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9" name="Google Shape;1379;p4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0" name="Google Shape;1380;p4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1" name="Google Shape;1381;p4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2" name="Google Shape;1382;p4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3" name="Google Shape;1383;p4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4" name="Google Shape;1384;p4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5" name="Google Shape;1385;p4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6" name="Google Shape;1386;p4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7" name="Google Shape;1387;p4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8" name="Google Shape;1388;p4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9" name="Google Shape;1389;p4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0" name="Google Shape;1390;p4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1" name="Google Shape;1391;p4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2" name="Google Shape;1392;p4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3" name="Google Shape;1393;p4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4" name="Google Shape;1394;p4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5" name="Google Shape;1395;p4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6" name="Google Shape;1396;p4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7" name="Google Shape;1397;p4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8" name="Google Shape;1398;p4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9" name="Google Shape;1399;p4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0" name="Google Shape;1400;p4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1" name="Google Shape;1401;p4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2" name="Google Shape;1402;p4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3" name="Google Shape;1403;p4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4" name="Google Shape;1404;p4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5" name="Google Shape;1405;p4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6" name="Google Shape;1406;p4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7" name="Google Shape;1407;p4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8" name="Google Shape;1408;p4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9" name="Google Shape;1409;p4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0" name="Google Shape;1410;p4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1" name="Google Shape;1411;p4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2" name="Google Shape;1412;p4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3" name="Google Shape;1413;p4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4" name="Google Shape;1414;p4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5" name="Google Shape;1415;p4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6" name="Google Shape;1416;p4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7" name="Google Shape;1417;p4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8" name="Google Shape;1418;p4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9" name="Google Shape;1419;p4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0" name="Google Shape;1420;p4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1" name="Google Shape;1421;p4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2" name="Google Shape;1422;p4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3" name="Google Shape;1423;p4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4" name="Google Shape;1424;p4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5" name="Google Shape;1425;p4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6" name="Google Shape;1426;p4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7" name="Google Shape;1427;p4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8" name="Google Shape;1428;p4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429" name="Google Shape;1429;p4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45"/>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31" name="Google Shape;1431;p45"/>
          <p:cNvSpPr txBox="1"/>
          <p:nvPr>
            <p:ph idx="1" type="body"/>
          </p:nvPr>
        </p:nvSpPr>
        <p:spPr>
          <a:xfrm>
            <a:off x="208725" y="2751950"/>
            <a:ext cx="25311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432" name="Google Shape;1432;p45"/>
          <p:cNvSpPr txBox="1"/>
          <p:nvPr>
            <p:ph idx="2" type="subTitle"/>
          </p:nvPr>
        </p:nvSpPr>
        <p:spPr>
          <a:xfrm>
            <a:off x="208725" y="2160100"/>
            <a:ext cx="25311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3" name="Google Shape;1433;p45"/>
          <p:cNvSpPr txBox="1"/>
          <p:nvPr>
            <p:ph idx="3" type="body"/>
          </p:nvPr>
        </p:nvSpPr>
        <p:spPr>
          <a:xfrm>
            <a:off x="3310098" y="2751950"/>
            <a:ext cx="25311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434" name="Google Shape;1434;p45"/>
          <p:cNvSpPr txBox="1"/>
          <p:nvPr>
            <p:ph idx="4" type="subTitle"/>
          </p:nvPr>
        </p:nvSpPr>
        <p:spPr>
          <a:xfrm>
            <a:off x="3310098" y="2160100"/>
            <a:ext cx="25311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5" name="Google Shape;1435;p45"/>
          <p:cNvSpPr txBox="1"/>
          <p:nvPr>
            <p:ph idx="5" type="body"/>
          </p:nvPr>
        </p:nvSpPr>
        <p:spPr>
          <a:xfrm>
            <a:off x="6411471" y="2751950"/>
            <a:ext cx="25311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436" name="Google Shape;1436;p45"/>
          <p:cNvSpPr txBox="1"/>
          <p:nvPr>
            <p:ph idx="6" type="subTitle"/>
          </p:nvPr>
        </p:nvSpPr>
        <p:spPr>
          <a:xfrm>
            <a:off x="6411471" y="2160100"/>
            <a:ext cx="25311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7" name="Google Shape;1437;p4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p:cSld name="CUSTOM_1_1_1_1_1_1_1_1_1_1_2_1_1_1_1_1_1_1_1_1_1_1_1_1_1">
    <p:spTree>
      <p:nvGrpSpPr>
        <p:cNvPr id="1438" name="Shape 1438"/>
        <p:cNvGrpSpPr/>
        <p:nvPr/>
      </p:nvGrpSpPr>
      <p:grpSpPr>
        <a:xfrm>
          <a:off x="0" y="0"/>
          <a:ext cx="0" cy="0"/>
          <a:chOff x="0" y="0"/>
          <a:chExt cx="0" cy="0"/>
        </a:xfrm>
      </p:grpSpPr>
      <p:sp>
        <p:nvSpPr>
          <p:cNvPr id="1439" name="Google Shape;1439;p4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440" name="Google Shape;1440;p46"/>
          <p:cNvGrpSpPr/>
          <p:nvPr/>
        </p:nvGrpSpPr>
        <p:grpSpPr>
          <a:xfrm>
            <a:off x="-6096" y="-3429"/>
            <a:ext cx="9156192" cy="5150358"/>
            <a:chOff x="0" y="0"/>
            <a:chExt cx="12192000" cy="6858000"/>
          </a:xfrm>
        </p:grpSpPr>
        <p:sp>
          <p:nvSpPr>
            <p:cNvPr id="1441" name="Google Shape;1441;p4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2" name="Google Shape;1442;p4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3" name="Google Shape;1443;p4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4" name="Google Shape;1444;p4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5" name="Google Shape;1445;p4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6" name="Google Shape;1446;p4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7" name="Google Shape;1447;p4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8" name="Google Shape;1448;p4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9" name="Google Shape;1449;p4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0" name="Google Shape;1450;p4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1" name="Google Shape;1451;p4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2" name="Google Shape;1452;p4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3" name="Google Shape;1453;p4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4" name="Google Shape;1454;p4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5" name="Google Shape;1455;p4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6" name="Google Shape;1456;p4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7" name="Google Shape;1457;p4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8" name="Google Shape;1458;p4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9" name="Google Shape;1459;p4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0" name="Google Shape;1460;p4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1" name="Google Shape;1461;p4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2" name="Google Shape;1462;p4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3" name="Google Shape;1463;p4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4" name="Google Shape;1464;p4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5" name="Google Shape;1465;p4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6" name="Google Shape;1466;p4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7" name="Google Shape;1467;p4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8" name="Google Shape;1468;p4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9" name="Google Shape;1469;p4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0" name="Google Shape;1470;p4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1" name="Google Shape;1471;p4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2" name="Google Shape;1472;p4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3" name="Google Shape;1473;p4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4" name="Google Shape;1474;p4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5" name="Google Shape;1475;p4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6" name="Google Shape;1476;p4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7" name="Google Shape;1477;p4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8" name="Google Shape;1478;p4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9" name="Google Shape;1479;p4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0" name="Google Shape;1480;p4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1" name="Google Shape;1481;p4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2" name="Google Shape;1482;p4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3" name="Google Shape;1483;p4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4" name="Google Shape;1484;p4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5" name="Google Shape;1485;p4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6" name="Google Shape;1486;p4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7" name="Google Shape;1487;p4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8" name="Google Shape;1488;p4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9" name="Google Shape;1489;p4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0" name="Google Shape;1490;p4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1" name="Google Shape;1491;p4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2" name="Google Shape;1492;p4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3" name="Google Shape;1493;p4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4" name="Google Shape;1494;p4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5" name="Google Shape;1495;p4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6" name="Google Shape;1496;p4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7" name="Google Shape;1497;p4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8" name="Google Shape;1498;p4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9" name="Google Shape;1499;p4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00" name="Google Shape;1500;p4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46"/>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02" name="Google Shape;1502;p46"/>
          <p:cNvSpPr txBox="1"/>
          <p:nvPr>
            <p:ph idx="1" type="body"/>
          </p:nvPr>
        </p:nvSpPr>
        <p:spPr>
          <a:xfrm>
            <a:off x="208725" y="2751950"/>
            <a:ext cx="18705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503" name="Google Shape;1503;p46"/>
          <p:cNvSpPr txBox="1"/>
          <p:nvPr>
            <p:ph idx="2" type="subTitle"/>
          </p:nvPr>
        </p:nvSpPr>
        <p:spPr>
          <a:xfrm>
            <a:off x="208725" y="2160100"/>
            <a:ext cx="18705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4" name="Google Shape;1504;p46"/>
          <p:cNvSpPr txBox="1"/>
          <p:nvPr>
            <p:ph idx="3" type="body"/>
          </p:nvPr>
        </p:nvSpPr>
        <p:spPr>
          <a:xfrm>
            <a:off x="2500573" y="2751950"/>
            <a:ext cx="18705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505" name="Google Shape;1505;p46"/>
          <p:cNvSpPr txBox="1"/>
          <p:nvPr>
            <p:ph idx="4" type="subTitle"/>
          </p:nvPr>
        </p:nvSpPr>
        <p:spPr>
          <a:xfrm>
            <a:off x="2500573" y="2160100"/>
            <a:ext cx="18705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6" name="Google Shape;1506;p46"/>
          <p:cNvSpPr txBox="1"/>
          <p:nvPr>
            <p:ph idx="5" type="body"/>
          </p:nvPr>
        </p:nvSpPr>
        <p:spPr>
          <a:xfrm>
            <a:off x="4792421" y="2751950"/>
            <a:ext cx="18705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507" name="Google Shape;1507;p46"/>
          <p:cNvSpPr txBox="1"/>
          <p:nvPr>
            <p:ph idx="6" type="subTitle"/>
          </p:nvPr>
        </p:nvSpPr>
        <p:spPr>
          <a:xfrm>
            <a:off x="4792421" y="2160100"/>
            <a:ext cx="18705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8" name="Google Shape;1508;p46"/>
          <p:cNvSpPr txBox="1"/>
          <p:nvPr>
            <p:ph idx="7" type="body"/>
          </p:nvPr>
        </p:nvSpPr>
        <p:spPr>
          <a:xfrm>
            <a:off x="7084271" y="2751950"/>
            <a:ext cx="1870500" cy="19134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509" name="Google Shape;1509;p46"/>
          <p:cNvSpPr txBox="1"/>
          <p:nvPr>
            <p:ph idx="8" type="subTitle"/>
          </p:nvPr>
        </p:nvSpPr>
        <p:spPr>
          <a:xfrm>
            <a:off x="7084271" y="2160100"/>
            <a:ext cx="1870500" cy="52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0" name="Google Shape;1510;p4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1_1_1_1_1_1_1_1_2_1_1_1_1_1_1_1_1_1_1_1_1_1_1_1">
    <p:spTree>
      <p:nvGrpSpPr>
        <p:cNvPr id="1511" name="Shape 1511"/>
        <p:cNvGrpSpPr/>
        <p:nvPr/>
      </p:nvGrpSpPr>
      <p:grpSpPr>
        <a:xfrm>
          <a:off x="0" y="0"/>
          <a:ext cx="0" cy="0"/>
          <a:chOff x="0" y="0"/>
          <a:chExt cx="0" cy="0"/>
        </a:xfrm>
      </p:grpSpPr>
      <p:sp>
        <p:nvSpPr>
          <p:cNvPr id="1512" name="Google Shape;1512;p4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513" name="Google Shape;1513;p47"/>
          <p:cNvGrpSpPr/>
          <p:nvPr/>
        </p:nvGrpSpPr>
        <p:grpSpPr>
          <a:xfrm>
            <a:off x="-6096" y="-3429"/>
            <a:ext cx="9156192" cy="5150358"/>
            <a:chOff x="0" y="0"/>
            <a:chExt cx="12192000" cy="6858000"/>
          </a:xfrm>
        </p:grpSpPr>
        <p:sp>
          <p:nvSpPr>
            <p:cNvPr id="1514" name="Google Shape;1514;p4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5" name="Google Shape;1515;p4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6" name="Google Shape;1516;p4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7" name="Google Shape;1517;p4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8" name="Google Shape;1518;p4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9" name="Google Shape;1519;p4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0" name="Google Shape;1520;p4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1" name="Google Shape;1521;p4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2" name="Google Shape;1522;p4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3" name="Google Shape;1523;p4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4" name="Google Shape;1524;p4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5" name="Google Shape;1525;p4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6" name="Google Shape;1526;p4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7" name="Google Shape;1527;p4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8" name="Google Shape;1528;p4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9" name="Google Shape;1529;p4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0" name="Google Shape;1530;p4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1" name="Google Shape;1531;p4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2" name="Google Shape;1532;p4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3" name="Google Shape;1533;p4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4" name="Google Shape;1534;p4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5" name="Google Shape;1535;p4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6" name="Google Shape;1536;p4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7" name="Google Shape;1537;p4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8" name="Google Shape;1538;p4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9" name="Google Shape;1539;p4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0" name="Google Shape;1540;p4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1" name="Google Shape;1541;p4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2" name="Google Shape;1542;p4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3" name="Google Shape;1543;p4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4" name="Google Shape;1544;p4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5" name="Google Shape;1545;p4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6" name="Google Shape;1546;p4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7" name="Google Shape;1547;p4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8" name="Google Shape;1548;p4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9" name="Google Shape;1549;p4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0" name="Google Shape;1550;p4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1" name="Google Shape;1551;p4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2" name="Google Shape;1552;p4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3" name="Google Shape;1553;p4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4" name="Google Shape;1554;p4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5" name="Google Shape;1555;p4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6" name="Google Shape;1556;p4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7" name="Google Shape;1557;p4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8" name="Google Shape;1558;p4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9" name="Google Shape;1559;p4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0" name="Google Shape;1560;p4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1" name="Google Shape;1561;p4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2" name="Google Shape;1562;p4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3" name="Google Shape;1563;p4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4" name="Google Shape;1564;p4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5" name="Google Shape;1565;p4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6" name="Google Shape;1566;p4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7" name="Google Shape;1567;p4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8" name="Google Shape;1568;p4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9" name="Google Shape;1569;p4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0" name="Google Shape;1570;p4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1" name="Google Shape;1571;p4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2" name="Google Shape;1572;p4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73" name="Google Shape;1573;p4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47"/>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75" name="Google Shape;1575;p47"/>
          <p:cNvSpPr/>
          <p:nvPr>
            <p:ph idx="2" type="pic"/>
          </p:nvPr>
        </p:nvSpPr>
        <p:spPr>
          <a:xfrm>
            <a:off x="213450" y="2022825"/>
            <a:ext cx="8717100" cy="2837700"/>
          </a:xfrm>
          <a:prstGeom prst="roundRect">
            <a:avLst>
              <a:gd fmla="val 4123" name="adj"/>
            </a:avLst>
          </a:prstGeom>
          <a:noFill/>
          <a:ln>
            <a:noFill/>
          </a:ln>
        </p:spPr>
      </p:sp>
      <p:sp>
        <p:nvSpPr>
          <p:cNvPr id="1576" name="Google Shape;1576;p4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1_1_1_1_1_1_1_1_1_2_1_1_1_1_1_1_1_1_1_1_1_1_1_1_1_1">
    <p:spTree>
      <p:nvGrpSpPr>
        <p:cNvPr id="1577" name="Shape 1577"/>
        <p:cNvGrpSpPr/>
        <p:nvPr/>
      </p:nvGrpSpPr>
      <p:grpSpPr>
        <a:xfrm>
          <a:off x="0" y="0"/>
          <a:ext cx="0" cy="0"/>
          <a:chOff x="0" y="0"/>
          <a:chExt cx="0" cy="0"/>
        </a:xfrm>
      </p:grpSpPr>
      <p:sp>
        <p:nvSpPr>
          <p:cNvPr id="1578" name="Google Shape;1578;p4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579" name="Google Shape;1579;p48"/>
          <p:cNvGrpSpPr/>
          <p:nvPr/>
        </p:nvGrpSpPr>
        <p:grpSpPr>
          <a:xfrm>
            <a:off x="-6096" y="-3429"/>
            <a:ext cx="9156192" cy="5150358"/>
            <a:chOff x="0" y="0"/>
            <a:chExt cx="12192000" cy="6858000"/>
          </a:xfrm>
        </p:grpSpPr>
        <p:sp>
          <p:nvSpPr>
            <p:cNvPr id="1580" name="Google Shape;1580;p4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1" name="Google Shape;1581;p4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2" name="Google Shape;1582;p4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3" name="Google Shape;1583;p4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4" name="Google Shape;1584;p4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5" name="Google Shape;1585;p4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6" name="Google Shape;1586;p4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7" name="Google Shape;1587;p4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8" name="Google Shape;1588;p4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9" name="Google Shape;1589;p4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0" name="Google Shape;1590;p4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1" name="Google Shape;1591;p4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2" name="Google Shape;1592;p4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3" name="Google Shape;1593;p4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4" name="Google Shape;1594;p4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5" name="Google Shape;1595;p4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6" name="Google Shape;1596;p4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7" name="Google Shape;1597;p4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8" name="Google Shape;1598;p4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9" name="Google Shape;1599;p4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0" name="Google Shape;1600;p4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1" name="Google Shape;1601;p4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2" name="Google Shape;1602;p4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3" name="Google Shape;1603;p4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4" name="Google Shape;1604;p4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5" name="Google Shape;1605;p4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6" name="Google Shape;1606;p4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7" name="Google Shape;1607;p4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8" name="Google Shape;1608;p4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9" name="Google Shape;1609;p4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0" name="Google Shape;1610;p4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1" name="Google Shape;1611;p4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2" name="Google Shape;1612;p4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3" name="Google Shape;1613;p4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4" name="Google Shape;1614;p4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5" name="Google Shape;1615;p4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6" name="Google Shape;1616;p4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7" name="Google Shape;1617;p4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8" name="Google Shape;1618;p4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9" name="Google Shape;1619;p4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0" name="Google Shape;1620;p4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1" name="Google Shape;1621;p4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2" name="Google Shape;1622;p4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3" name="Google Shape;1623;p4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4" name="Google Shape;1624;p4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5" name="Google Shape;1625;p4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6" name="Google Shape;1626;p4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7" name="Google Shape;1627;p4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8" name="Google Shape;1628;p4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9" name="Google Shape;1629;p4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0" name="Google Shape;1630;p4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1" name="Google Shape;1631;p4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2" name="Google Shape;1632;p4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3" name="Google Shape;1633;p4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4" name="Google Shape;1634;p4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5" name="Google Shape;1635;p4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6" name="Google Shape;1636;p4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7" name="Google Shape;1637;p4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8" name="Google Shape;1638;p4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39" name="Google Shape;1639;p4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48"/>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41" name="Google Shape;1641;p48"/>
          <p:cNvSpPr txBox="1"/>
          <p:nvPr>
            <p:ph idx="1" type="body"/>
          </p:nvPr>
        </p:nvSpPr>
        <p:spPr>
          <a:xfrm>
            <a:off x="1173600" y="2391699"/>
            <a:ext cx="3054300" cy="6309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642" name="Google Shape;1642;p48"/>
          <p:cNvSpPr txBox="1"/>
          <p:nvPr>
            <p:ph idx="2" type="subTitle"/>
          </p:nvPr>
        </p:nvSpPr>
        <p:spPr>
          <a:xfrm>
            <a:off x="1173600" y="2160100"/>
            <a:ext cx="3054300" cy="20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3" name="Google Shape;1643;p48"/>
          <p:cNvSpPr txBox="1"/>
          <p:nvPr>
            <p:ph idx="3" type="body"/>
          </p:nvPr>
        </p:nvSpPr>
        <p:spPr>
          <a:xfrm>
            <a:off x="4916100" y="2391699"/>
            <a:ext cx="3054300" cy="6309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644" name="Google Shape;1644;p48"/>
          <p:cNvSpPr txBox="1"/>
          <p:nvPr>
            <p:ph idx="4" type="subTitle"/>
          </p:nvPr>
        </p:nvSpPr>
        <p:spPr>
          <a:xfrm>
            <a:off x="4916100" y="2160100"/>
            <a:ext cx="3054300" cy="20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5" name="Google Shape;1645;p48"/>
          <p:cNvSpPr/>
          <p:nvPr>
            <p:ph idx="5" type="pic"/>
          </p:nvPr>
        </p:nvSpPr>
        <p:spPr>
          <a:xfrm>
            <a:off x="1173600" y="3022475"/>
            <a:ext cx="3054300" cy="1864500"/>
          </a:xfrm>
          <a:prstGeom prst="roundRect">
            <a:avLst>
              <a:gd fmla="val 3854" name="adj"/>
            </a:avLst>
          </a:prstGeom>
          <a:noFill/>
          <a:ln>
            <a:noFill/>
          </a:ln>
        </p:spPr>
      </p:sp>
      <p:sp>
        <p:nvSpPr>
          <p:cNvPr id="1646" name="Google Shape;1646;p48"/>
          <p:cNvSpPr/>
          <p:nvPr>
            <p:ph idx="6" type="pic"/>
          </p:nvPr>
        </p:nvSpPr>
        <p:spPr>
          <a:xfrm>
            <a:off x="4916100" y="3022475"/>
            <a:ext cx="3054300" cy="1864500"/>
          </a:xfrm>
          <a:prstGeom prst="roundRect">
            <a:avLst>
              <a:gd fmla="val 3854" name="adj"/>
            </a:avLst>
          </a:prstGeom>
          <a:noFill/>
          <a:ln>
            <a:noFill/>
          </a:ln>
        </p:spPr>
      </p:sp>
      <p:sp>
        <p:nvSpPr>
          <p:cNvPr id="1647" name="Google Shape;1647;p4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1_1_1_1_1_1_1_1_2_1_1_1_1_1_1_1_1_1_1_1_1_1_1_1_1_1">
    <p:spTree>
      <p:nvGrpSpPr>
        <p:cNvPr id="1648" name="Shape 1648"/>
        <p:cNvGrpSpPr/>
        <p:nvPr/>
      </p:nvGrpSpPr>
      <p:grpSpPr>
        <a:xfrm>
          <a:off x="0" y="0"/>
          <a:ext cx="0" cy="0"/>
          <a:chOff x="0" y="0"/>
          <a:chExt cx="0" cy="0"/>
        </a:xfrm>
      </p:grpSpPr>
      <p:sp>
        <p:nvSpPr>
          <p:cNvPr id="1649" name="Google Shape;1649;p4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650" name="Google Shape;1650;p49"/>
          <p:cNvGrpSpPr/>
          <p:nvPr/>
        </p:nvGrpSpPr>
        <p:grpSpPr>
          <a:xfrm>
            <a:off x="-6096" y="-3429"/>
            <a:ext cx="9156192" cy="5150358"/>
            <a:chOff x="0" y="0"/>
            <a:chExt cx="12192000" cy="6858000"/>
          </a:xfrm>
        </p:grpSpPr>
        <p:sp>
          <p:nvSpPr>
            <p:cNvPr id="1651" name="Google Shape;1651;p4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2" name="Google Shape;1652;p4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3" name="Google Shape;1653;p4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4" name="Google Shape;1654;p4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5" name="Google Shape;1655;p4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6" name="Google Shape;1656;p4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7" name="Google Shape;1657;p4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8" name="Google Shape;1658;p4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9" name="Google Shape;1659;p4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0" name="Google Shape;1660;p4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1" name="Google Shape;1661;p4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2" name="Google Shape;1662;p4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3" name="Google Shape;1663;p4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4" name="Google Shape;1664;p4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5" name="Google Shape;1665;p4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6" name="Google Shape;1666;p4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7" name="Google Shape;1667;p4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8" name="Google Shape;1668;p4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9" name="Google Shape;1669;p4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0" name="Google Shape;1670;p4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1" name="Google Shape;1671;p4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2" name="Google Shape;1672;p4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3" name="Google Shape;1673;p4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4" name="Google Shape;1674;p4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5" name="Google Shape;1675;p4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6" name="Google Shape;1676;p4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7" name="Google Shape;1677;p4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8" name="Google Shape;1678;p4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9" name="Google Shape;1679;p4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0" name="Google Shape;1680;p4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1" name="Google Shape;1681;p4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2" name="Google Shape;1682;p4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3" name="Google Shape;1683;p4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4" name="Google Shape;1684;p4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5" name="Google Shape;1685;p4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6" name="Google Shape;1686;p4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7" name="Google Shape;1687;p4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8" name="Google Shape;1688;p4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9" name="Google Shape;1689;p4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0" name="Google Shape;1690;p4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1" name="Google Shape;1691;p4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2" name="Google Shape;1692;p4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3" name="Google Shape;1693;p4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4" name="Google Shape;1694;p4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5" name="Google Shape;1695;p4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6" name="Google Shape;1696;p4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7" name="Google Shape;1697;p4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8" name="Google Shape;1698;p4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9" name="Google Shape;1699;p4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0" name="Google Shape;1700;p4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1" name="Google Shape;1701;p4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2" name="Google Shape;1702;p4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3" name="Google Shape;1703;p4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4" name="Google Shape;1704;p4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5" name="Google Shape;1705;p4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6" name="Google Shape;1706;p4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7" name="Google Shape;1707;p4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8" name="Google Shape;1708;p4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9" name="Google Shape;1709;p4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10" name="Google Shape;1710;p4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49"/>
          <p:cNvSpPr txBox="1"/>
          <p:nvPr>
            <p:ph type="title"/>
          </p:nvPr>
        </p:nvSpPr>
        <p:spPr>
          <a:xfrm>
            <a:off x="208725" y="344175"/>
            <a:ext cx="6167700" cy="20052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12" name="Google Shape;1712;p49"/>
          <p:cNvSpPr txBox="1"/>
          <p:nvPr>
            <p:ph idx="1" type="body"/>
          </p:nvPr>
        </p:nvSpPr>
        <p:spPr>
          <a:xfrm>
            <a:off x="423750" y="2391699"/>
            <a:ext cx="2586900" cy="6309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713" name="Google Shape;1713;p49"/>
          <p:cNvSpPr txBox="1"/>
          <p:nvPr>
            <p:ph idx="2" type="subTitle"/>
          </p:nvPr>
        </p:nvSpPr>
        <p:spPr>
          <a:xfrm>
            <a:off x="423750" y="2160100"/>
            <a:ext cx="2586900" cy="20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4" name="Google Shape;1714;p49"/>
          <p:cNvSpPr txBox="1"/>
          <p:nvPr>
            <p:ph idx="3" type="body"/>
          </p:nvPr>
        </p:nvSpPr>
        <p:spPr>
          <a:xfrm>
            <a:off x="3276074" y="2391699"/>
            <a:ext cx="2586900" cy="6309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715" name="Google Shape;1715;p49"/>
          <p:cNvSpPr txBox="1"/>
          <p:nvPr>
            <p:ph idx="4" type="subTitle"/>
          </p:nvPr>
        </p:nvSpPr>
        <p:spPr>
          <a:xfrm>
            <a:off x="3276071" y="2160100"/>
            <a:ext cx="2586900" cy="20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6" name="Google Shape;1716;p49"/>
          <p:cNvSpPr/>
          <p:nvPr>
            <p:ph idx="5" type="pic"/>
          </p:nvPr>
        </p:nvSpPr>
        <p:spPr>
          <a:xfrm>
            <a:off x="423750" y="3022475"/>
            <a:ext cx="2586900" cy="1864500"/>
          </a:xfrm>
          <a:prstGeom prst="roundRect">
            <a:avLst>
              <a:gd fmla="val 3854" name="adj"/>
            </a:avLst>
          </a:prstGeom>
          <a:noFill/>
          <a:ln>
            <a:noFill/>
          </a:ln>
        </p:spPr>
      </p:sp>
      <p:sp>
        <p:nvSpPr>
          <p:cNvPr id="1717" name="Google Shape;1717;p49"/>
          <p:cNvSpPr/>
          <p:nvPr>
            <p:ph idx="6" type="pic"/>
          </p:nvPr>
        </p:nvSpPr>
        <p:spPr>
          <a:xfrm>
            <a:off x="3276071" y="3022475"/>
            <a:ext cx="2586900" cy="1864500"/>
          </a:xfrm>
          <a:prstGeom prst="roundRect">
            <a:avLst>
              <a:gd fmla="val 3854" name="adj"/>
            </a:avLst>
          </a:prstGeom>
          <a:noFill/>
          <a:ln>
            <a:noFill/>
          </a:ln>
        </p:spPr>
      </p:sp>
      <p:sp>
        <p:nvSpPr>
          <p:cNvPr id="1718" name="Google Shape;1718;p49"/>
          <p:cNvSpPr txBox="1"/>
          <p:nvPr>
            <p:ph idx="7" type="body"/>
          </p:nvPr>
        </p:nvSpPr>
        <p:spPr>
          <a:xfrm>
            <a:off x="6128397" y="2391699"/>
            <a:ext cx="2586900" cy="6309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a:lvl1pPr>
            <a:lvl2pPr indent="-279400" lvl="1" marL="914400" algn="l">
              <a:lnSpc>
                <a:spcPct val="100000"/>
              </a:lnSpc>
              <a:spcBef>
                <a:spcPts val="0"/>
              </a:spcBef>
              <a:spcAft>
                <a:spcPts val="0"/>
              </a:spcAft>
              <a:buSzPts val="800"/>
              <a:buChar char="○"/>
              <a:defRPr/>
            </a:lvl2pPr>
            <a:lvl3pPr indent="-279400" lvl="2" marL="1371600" algn="l">
              <a:lnSpc>
                <a:spcPct val="100000"/>
              </a:lnSpc>
              <a:spcBef>
                <a:spcPts val="0"/>
              </a:spcBef>
              <a:spcAft>
                <a:spcPts val="0"/>
              </a:spcAft>
              <a:buSzPts val="800"/>
              <a:buChar char="■"/>
              <a:defRPr/>
            </a:lvl3pPr>
            <a:lvl4pPr indent="-279400" lvl="3" marL="1828800" algn="l">
              <a:lnSpc>
                <a:spcPct val="100000"/>
              </a:lnSpc>
              <a:spcBef>
                <a:spcPts val="0"/>
              </a:spcBef>
              <a:spcAft>
                <a:spcPts val="0"/>
              </a:spcAft>
              <a:buSzPts val="800"/>
              <a:buChar char="●"/>
              <a:defRPr/>
            </a:lvl4pPr>
            <a:lvl5pPr indent="-279400" lvl="4" marL="2286000" algn="l">
              <a:lnSpc>
                <a:spcPct val="100000"/>
              </a:lnSpc>
              <a:spcBef>
                <a:spcPts val="0"/>
              </a:spcBef>
              <a:spcAft>
                <a:spcPts val="0"/>
              </a:spcAft>
              <a:buSzPts val="800"/>
              <a:buChar char="○"/>
              <a:defRPr/>
            </a:lvl5pPr>
            <a:lvl6pPr indent="-279400" lvl="5" marL="2743200" algn="l">
              <a:lnSpc>
                <a:spcPct val="100000"/>
              </a:lnSpc>
              <a:spcBef>
                <a:spcPts val="0"/>
              </a:spcBef>
              <a:spcAft>
                <a:spcPts val="0"/>
              </a:spcAft>
              <a:buSzPts val="800"/>
              <a:buChar char="■"/>
              <a:defRPr/>
            </a:lvl6pPr>
            <a:lvl7pPr indent="-279400" lvl="6" marL="3200400" algn="l">
              <a:lnSpc>
                <a:spcPct val="100000"/>
              </a:lnSpc>
              <a:spcBef>
                <a:spcPts val="0"/>
              </a:spcBef>
              <a:spcAft>
                <a:spcPts val="0"/>
              </a:spcAft>
              <a:buSzPts val="800"/>
              <a:buChar char="●"/>
              <a:defRPr/>
            </a:lvl7pPr>
            <a:lvl8pPr indent="-279400" lvl="7" marL="3657600" algn="l">
              <a:lnSpc>
                <a:spcPct val="100000"/>
              </a:lnSpc>
              <a:spcBef>
                <a:spcPts val="0"/>
              </a:spcBef>
              <a:spcAft>
                <a:spcPts val="0"/>
              </a:spcAft>
              <a:buSzPts val="800"/>
              <a:buChar char="○"/>
              <a:defRPr/>
            </a:lvl8pPr>
            <a:lvl9pPr indent="-279400" lvl="8" marL="4114800" algn="l">
              <a:lnSpc>
                <a:spcPct val="100000"/>
              </a:lnSpc>
              <a:spcBef>
                <a:spcPts val="0"/>
              </a:spcBef>
              <a:spcAft>
                <a:spcPts val="0"/>
              </a:spcAft>
              <a:buSzPts val="800"/>
              <a:buChar char="■"/>
              <a:defRPr/>
            </a:lvl9pPr>
          </a:lstStyle>
          <a:p/>
        </p:txBody>
      </p:sp>
      <p:sp>
        <p:nvSpPr>
          <p:cNvPr id="1719" name="Google Shape;1719;p49"/>
          <p:cNvSpPr txBox="1"/>
          <p:nvPr>
            <p:ph idx="8" type="subTitle"/>
          </p:nvPr>
        </p:nvSpPr>
        <p:spPr>
          <a:xfrm>
            <a:off x="6128391" y="2160100"/>
            <a:ext cx="2586900" cy="20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0" name="Google Shape;1720;p49"/>
          <p:cNvSpPr/>
          <p:nvPr>
            <p:ph idx="9" type="pic"/>
          </p:nvPr>
        </p:nvSpPr>
        <p:spPr>
          <a:xfrm>
            <a:off x="6128391" y="3022475"/>
            <a:ext cx="2586900" cy="1864500"/>
          </a:xfrm>
          <a:prstGeom prst="roundRect">
            <a:avLst>
              <a:gd fmla="val 3854" name="adj"/>
            </a:avLst>
          </a:prstGeom>
          <a:noFill/>
          <a:ln>
            <a:noFill/>
          </a:ln>
        </p:spPr>
      </p:sp>
      <p:sp>
        <p:nvSpPr>
          <p:cNvPr id="1721" name="Google Shape;1721;p4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_1_1_2_1_1_1_1_1_1_1_1_1_1_1_1_1_1_1_1_1_1">
    <p:spTree>
      <p:nvGrpSpPr>
        <p:cNvPr id="1722" name="Shape 1722"/>
        <p:cNvGrpSpPr/>
        <p:nvPr/>
      </p:nvGrpSpPr>
      <p:grpSpPr>
        <a:xfrm>
          <a:off x="0" y="0"/>
          <a:ext cx="0" cy="0"/>
          <a:chOff x="0" y="0"/>
          <a:chExt cx="0" cy="0"/>
        </a:xfrm>
      </p:grpSpPr>
      <p:sp>
        <p:nvSpPr>
          <p:cNvPr id="1723" name="Google Shape;1723;p5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724" name="Google Shape;1724;p50"/>
          <p:cNvGrpSpPr/>
          <p:nvPr/>
        </p:nvGrpSpPr>
        <p:grpSpPr>
          <a:xfrm>
            <a:off x="-6096" y="-3429"/>
            <a:ext cx="9156192" cy="5150358"/>
            <a:chOff x="0" y="0"/>
            <a:chExt cx="12192000" cy="6858000"/>
          </a:xfrm>
        </p:grpSpPr>
        <p:sp>
          <p:nvSpPr>
            <p:cNvPr id="1725" name="Google Shape;1725;p5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6" name="Google Shape;1726;p5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7" name="Google Shape;1727;p5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8" name="Google Shape;1728;p5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9" name="Google Shape;1729;p5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0" name="Google Shape;1730;p5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1" name="Google Shape;1731;p5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2" name="Google Shape;1732;p5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3" name="Google Shape;1733;p5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4" name="Google Shape;1734;p5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5" name="Google Shape;1735;p5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6" name="Google Shape;1736;p5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7" name="Google Shape;1737;p5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8" name="Google Shape;1738;p5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9" name="Google Shape;1739;p5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0" name="Google Shape;1740;p5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1" name="Google Shape;1741;p5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2" name="Google Shape;1742;p5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3" name="Google Shape;1743;p5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4" name="Google Shape;1744;p5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5" name="Google Shape;1745;p5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6" name="Google Shape;1746;p5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7" name="Google Shape;1747;p5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8" name="Google Shape;1748;p5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9" name="Google Shape;1749;p5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0" name="Google Shape;1750;p5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1" name="Google Shape;1751;p5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2" name="Google Shape;1752;p5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3" name="Google Shape;1753;p5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4" name="Google Shape;1754;p5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5" name="Google Shape;1755;p5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6" name="Google Shape;1756;p5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7" name="Google Shape;1757;p5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8" name="Google Shape;1758;p5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9" name="Google Shape;1759;p5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0" name="Google Shape;1760;p5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1" name="Google Shape;1761;p5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2" name="Google Shape;1762;p5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3" name="Google Shape;1763;p5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4" name="Google Shape;1764;p5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5" name="Google Shape;1765;p5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6" name="Google Shape;1766;p5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7" name="Google Shape;1767;p5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8" name="Google Shape;1768;p5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9" name="Google Shape;1769;p5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0" name="Google Shape;1770;p5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1" name="Google Shape;1771;p5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2" name="Google Shape;1772;p5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3" name="Google Shape;1773;p5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4" name="Google Shape;1774;p5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5" name="Google Shape;1775;p5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6" name="Google Shape;1776;p5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7" name="Google Shape;1777;p5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8" name="Google Shape;1778;p5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9" name="Google Shape;1779;p5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0" name="Google Shape;1780;p5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1" name="Google Shape;1781;p5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2" name="Google Shape;1782;p5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3" name="Google Shape;1783;p5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84" name="Google Shape;1784;p5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p50"/>
          <p:cNvSpPr/>
          <p:nvPr>
            <p:ph idx="2" type="pic"/>
          </p:nvPr>
        </p:nvSpPr>
        <p:spPr>
          <a:xfrm>
            <a:off x="436350" y="262350"/>
            <a:ext cx="8271300" cy="4618800"/>
          </a:xfrm>
          <a:prstGeom prst="roundRect">
            <a:avLst>
              <a:gd fmla="val 3854" name="adj"/>
            </a:avLst>
          </a:prstGeom>
          <a:noFill/>
          <a:ln>
            <a:noFill/>
          </a:ln>
        </p:spPr>
      </p:sp>
      <p:sp>
        <p:nvSpPr>
          <p:cNvPr id="1786" name="Google Shape;1786;p5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_1_2_1_1_1_1_1_1_1_1_1_1_1_1_1_1_1_1_1_1_1">
    <p:spTree>
      <p:nvGrpSpPr>
        <p:cNvPr id="1787" name="Shape 1787"/>
        <p:cNvGrpSpPr/>
        <p:nvPr/>
      </p:nvGrpSpPr>
      <p:grpSpPr>
        <a:xfrm>
          <a:off x="0" y="0"/>
          <a:ext cx="0" cy="0"/>
          <a:chOff x="0" y="0"/>
          <a:chExt cx="0" cy="0"/>
        </a:xfrm>
      </p:grpSpPr>
      <p:sp>
        <p:nvSpPr>
          <p:cNvPr id="1788" name="Google Shape;1788;p5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nvGrpSpPr>
          <p:cNvPr id="1789" name="Google Shape;1789;p51"/>
          <p:cNvGrpSpPr/>
          <p:nvPr/>
        </p:nvGrpSpPr>
        <p:grpSpPr>
          <a:xfrm>
            <a:off x="-6096" y="-3429"/>
            <a:ext cx="9156192" cy="5150358"/>
            <a:chOff x="0" y="0"/>
            <a:chExt cx="12192000" cy="6858000"/>
          </a:xfrm>
        </p:grpSpPr>
        <p:sp>
          <p:nvSpPr>
            <p:cNvPr id="1790" name="Google Shape;1790;p5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1" name="Google Shape;1791;p5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2" name="Google Shape;1792;p5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3" name="Google Shape;1793;p5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4" name="Google Shape;1794;p5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5" name="Google Shape;1795;p5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6" name="Google Shape;1796;p5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7" name="Google Shape;1797;p5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8" name="Google Shape;1798;p5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9" name="Google Shape;1799;p5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0" name="Google Shape;1800;p5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1" name="Google Shape;1801;p5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2" name="Google Shape;1802;p5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3" name="Google Shape;1803;p5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4" name="Google Shape;1804;p5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5" name="Google Shape;1805;p5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6" name="Google Shape;1806;p5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7" name="Google Shape;1807;p5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8" name="Google Shape;1808;p5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9" name="Google Shape;1809;p5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0" name="Google Shape;1810;p5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1" name="Google Shape;1811;p5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2" name="Google Shape;1812;p5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3" name="Google Shape;1813;p5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4" name="Google Shape;1814;p5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5" name="Google Shape;1815;p5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6" name="Google Shape;1816;p5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7" name="Google Shape;1817;p5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8" name="Google Shape;1818;p5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9" name="Google Shape;1819;p5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0" name="Google Shape;1820;p5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1" name="Google Shape;1821;p5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2" name="Google Shape;1822;p5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3" name="Google Shape;1823;p5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4" name="Google Shape;1824;p5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5" name="Google Shape;1825;p5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6" name="Google Shape;1826;p5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7" name="Google Shape;1827;p5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8" name="Google Shape;1828;p5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9" name="Google Shape;1829;p5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0" name="Google Shape;1830;p5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1" name="Google Shape;1831;p5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2" name="Google Shape;1832;p5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3" name="Google Shape;1833;p5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4" name="Google Shape;1834;p5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5" name="Google Shape;1835;p5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6" name="Google Shape;1836;p5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7" name="Google Shape;1837;p5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8" name="Google Shape;1838;p5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9" name="Google Shape;1839;p5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0" name="Google Shape;1840;p5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1" name="Google Shape;1841;p5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2" name="Google Shape;1842;p5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3" name="Google Shape;1843;p5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4" name="Google Shape;1844;p5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5" name="Google Shape;1845;p5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6" name="Google Shape;1846;p5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7" name="Google Shape;1847;p5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8" name="Google Shape;1848;p5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49" name="Google Shape;1849;p5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p51"/>
          <p:cNvSpPr txBox="1"/>
          <p:nvPr>
            <p:ph type="title"/>
          </p:nvPr>
        </p:nvSpPr>
        <p:spPr>
          <a:xfrm>
            <a:off x="208725" y="344175"/>
            <a:ext cx="8729700" cy="884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60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51" name="Google Shape;1851;p51"/>
          <p:cNvSpPr/>
          <p:nvPr>
            <p:ph idx="2" type="pic"/>
          </p:nvPr>
        </p:nvSpPr>
        <p:spPr>
          <a:xfrm>
            <a:off x="208725" y="1344450"/>
            <a:ext cx="2838600" cy="1151100"/>
          </a:xfrm>
          <a:prstGeom prst="roundRect">
            <a:avLst>
              <a:gd fmla="val 3854" name="adj"/>
            </a:avLst>
          </a:prstGeom>
          <a:noFill/>
          <a:ln>
            <a:noFill/>
          </a:ln>
        </p:spPr>
      </p:sp>
      <p:sp>
        <p:nvSpPr>
          <p:cNvPr id="1852" name="Google Shape;1852;p51"/>
          <p:cNvSpPr/>
          <p:nvPr>
            <p:ph idx="3" type="pic"/>
          </p:nvPr>
        </p:nvSpPr>
        <p:spPr>
          <a:xfrm>
            <a:off x="3154251" y="1344450"/>
            <a:ext cx="2838600" cy="1151100"/>
          </a:xfrm>
          <a:prstGeom prst="roundRect">
            <a:avLst>
              <a:gd fmla="val 3854" name="adj"/>
            </a:avLst>
          </a:prstGeom>
          <a:noFill/>
          <a:ln>
            <a:noFill/>
          </a:ln>
        </p:spPr>
      </p:sp>
      <p:sp>
        <p:nvSpPr>
          <p:cNvPr id="1853" name="Google Shape;1853;p51"/>
          <p:cNvSpPr/>
          <p:nvPr>
            <p:ph idx="4" type="pic"/>
          </p:nvPr>
        </p:nvSpPr>
        <p:spPr>
          <a:xfrm>
            <a:off x="6099777" y="1344450"/>
            <a:ext cx="2838600" cy="1151100"/>
          </a:xfrm>
          <a:prstGeom prst="roundRect">
            <a:avLst>
              <a:gd fmla="val 3854" name="adj"/>
            </a:avLst>
          </a:prstGeom>
          <a:noFill/>
          <a:ln>
            <a:noFill/>
          </a:ln>
        </p:spPr>
      </p:sp>
      <p:sp>
        <p:nvSpPr>
          <p:cNvPr id="1854" name="Google Shape;1854;p51"/>
          <p:cNvSpPr/>
          <p:nvPr>
            <p:ph idx="5" type="pic"/>
          </p:nvPr>
        </p:nvSpPr>
        <p:spPr>
          <a:xfrm>
            <a:off x="208725" y="2611125"/>
            <a:ext cx="2838600" cy="1151100"/>
          </a:xfrm>
          <a:prstGeom prst="roundRect">
            <a:avLst>
              <a:gd fmla="val 3854" name="adj"/>
            </a:avLst>
          </a:prstGeom>
          <a:noFill/>
          <a:ln>
            <a:noFill/>
          </a:ln>
        </p:spPr>
      </p:sp>
      <p:sp>
        <p:nvSpPr>
          <p:cNvPr id="1855" name="Google Shape;1855;p51"/>
          <p:cNvSpPr/>
          <p:nvPr>
            <p:ph idx="6" type="pic"/>
          </p:nvPr>
        </p:nvSpPr>
        <p:spPr>
          <a:xfrm>
            <a:off x="3154251" y="2611125"/>
            <a:ext cx="2838600" cy="1151100"/>
          </a:xfrm>
          <a:prstGeom prst="roundRect">
            <a:avLst>
              <a:gd fmla="val 3854" name="adj"/>
            </a:avLst>
          </a:prstGeom>
          <a:noFill/>
          <a:ln>
            <a:noFill/>
          </a:ln>
        </p:spPr>
      </p:sp>
      <p:sp>
        <p:nvSpPr>
          <p:cNvPr id="1856" name="Google Shape;1856;p51"/>
          <p:cNvSpPr/>
          <p:nvPr>
            <p:ph idx="7" type="pic"/>
          </p:nvPr>
        </p:nvSpPr>
        <p:spPr>
          <a:xfrm>
            <a:off x="6099777" y="2611125"/>
            <a:ext cx="2838600" cy="1151100"/>
          </a:xfrm>
          <a:prstGeom prst="roundRect">
            <a:avLst>
              <a:gd fmla="val 3854" name="adj"/>
            </a:avLst>
          </a:prstGeom>
          <a:noFill/>
          <a:ln>
            <a:noFill/>
          </a:ln>
        </p:spPr>
      </p:sp>
      <p:sp>
        <p:nvSpPr>
          <p:cNvPr id="1857" name="Google Shape;1857;p51"/>
          <p:cNvSpPr/>
          <p:nvPr>
            <p:ph idx="8" type="pic"/>
          </p:nvPr>
        </p:nvSpPr>
        <p:spPr>
          <a:xfrm>
            <a:off x="208725" y="3877800"/>
            <a:ext cx="2838600" cy="1151100"/>
          </a:xfrm>
          <a:prstGeom prst="roundRect">
            <a:avLst>
              <a:gd fmla="val 3854" name="adj"/>
            </a:avLst>
          </a:prstGeom>
          <a:noFill/>
          <a:ln>
            <a:noFill/>
          </a:ln>
        </p:spPr>
      </p:sp>
      <p:sp>
        <p:nvSpPr>
          <p:cNvPr id="1858" name="Google Shape;1858;p51"/>
          <p:cNvSpPr/>
          <p:nvPr>
            <p:ph idx="9" type="pic"/>
          </p:nvPr>
        </p:nvSpPr>
        <p:spPr>
          <a:xfrm>
            <a:off x="3154251" y="3877800"/>
            <a:ext cx="2838600" cy="1151100"/>
          </a:xfrm>
          <a:prstGeom prst="roundRect">
            <a:avLst>
              <a:gd fmla="val 3854" name="adj"/>
            </a:avLst>
          </a:prstGeom>
          <a:noFill/>
          <a:ln>
            <a:noFill/>
          </a:ln>
        </p:spPr>
      </p:sp>
      <p:sp>
        <p:nvSpPr>
          <p:cNvPr id="1859" name="Google Shape;1859;p51"/>
          <p:cNvSpPr/>
          <p:nvPr>
            <p:ph idx="13" type="pic"/>
          </p:nvPr>
        </p:nvSpPr>
        <p:spPr>
          <a:xfrm>
            <a:off x="6099777" y="3877800"/>
            <a:ext cx="2838600" cy="1151100"/>
          </a:xfrm>
          <a:prstGeom prst="roundRect">
            <a:avLst>
              <a:gd fmla="val 3854" name="adj"/>
            </a:avLst>
          </a:prstGeom>
          <a:noFill/>
          <a:ln>
            <a:noFill/>
          </a:ln>
        </p:spPr>
      </p:sp>
      <p:sp>
        <p:nvSpPr>
          <p:cNvPr id="1860" name="Google Shape;1860;p5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311700" y="457925"/>
            <a:ext cx="6411000" cy="572700"/>
          </a:xfrm>
          <a:prstGeom prst="rect">
            <a:avLst/>
          </a:prstGeom>
          <a:noFill/>
          <a:ln>
            <a:noFill/>
          </a:ln>
        </p:spPr>
        <p:txBody>
          <a:bodyPr anchorCtr="0" anchor="t" bIns="91425" lIns="91425" spcFirstLastPara="1" rIns="91425" wrap="square" tIns="91425">
            <a:spAutoFit/>
          </a:bodyPr>
          <a:lstStyle>
            <a:lvl1pPr lvl="0" marR="0" rtl="0" algn="l">
              <a:lnSpc>
                <a:spcPct val="90000"/>
              </a:lnSpc>
              <a:spcBef>
                <a:spcPts val="0"/>
              </a:spcBef>
              <a:spcAft>
                <a:spcPts val="0"/>
              </a:spcAft>
              <a:buClr>
                <a:schemeClr val="dk1"/>
              </a:buClr>
              <a:buSzPts val="4800"/>
              <a:buFont typeface="Lexend"/>
              <a:buNone/>
              <a:defRPr b="0" i="0" sz="48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b="0" i="0" sz="2800" u="none" cap="none" strike="noStrike">
                <a:solidFill>
                  <a:schemeClr val="dk1"/>
                </a:solidFill>
                <a:latin typeface="Lexend"/>
                <a:ea typeface="Lexend"/>
                <a:cs typeface="Lexend"/>
                <a:sym typeface="Lexend"/>
              </a:defRPr>
            </a:lvl9pPr>
          </a:lstStyle>
          <a:p/>
        </p:txBody>
      </p:sp>
      <p:sp>
        <p:nvSpPr>
          <p:cNvPr id="7" name="Google Shape;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 name="Google Shape;8;p20"/>
          <p:cNvSpPr txBox="1"/>
          <p:nvPr>
            <p:ph idx="1" type="body"/>
          </p:nvPr>
        </p:nvSpPr>
        <p:spPr>
          <a:xfrm>
            <a:off x="1239450" y="2823325"/>
            <a:ext cx="3145800" cy="2082000"/>
          </a:xfrm>
          <a:prstGeom prst="rect">
            <a:avLst/>
          </a:prstGeom>
          <a:noFill/>
          <a:ln>
            <a:noFill/>
          </a:ln>
        </p:spPr>
        <p:txBody>
          <a:bodyPr anchorCtr="0" anchor="t" bIns="91425" lIns="91425" spcFirstLastPara="1" rIns="91425" wrap="square" tIns="91425">
            <a:noAutofit/>
          </a:bodyPr>
          <a:lstStyle>
            <a:lvl1pPr indent="-279400" lvl="0" marL="4572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1pPr>
            <a:lvl2pPr indent="-279400" lvl="1" marL="9144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2pPr>
            <a:lvl3pPr indent="-279400" lvl="2" marL="13716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3pPr>
            <a:lvl4pPr indent="-279400" lvl="3" marL="18288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4pPr>
            <a:lvl5pPr indent="-279400" lvl="4" marL="22860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5pPr>
            <a:lvl6pPr indent="-279400" lvl="5" marL="27432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6pPr>
            <a:lvl7pPr indent="-279400" lvl="6" marL="32004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7pPr>
            <a:lvl8pPr indent="-279400" lvl="7" marL="36576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8pPr>
            <a:lvl9pPr indent="-279400" lvl="8" marL="4114800" marR="0" rtl="0" algn="l">
              <a:lnSpc>
                <a:spcPct val="100000"/>
              </a:lnSpc>
              <a:spcBef>
                <a:spcPts val="0"/>
              </a:spcBef>
              <a:spcAft>
                <a:spcPts val="0"/>
              </a:spcAft>
              <a:buClr>
                <a:schemeClr val="dk1"/>
              </a:buClr>
              <a:buSzPts val="800"/>
              <a:buFont typeface="Lexend Light"/>
              <a:buChar char="■"/>
              <a:defRPr b="0" i="0" sz="800" u="none" cap="none" strike="noStrike">
                <a:solidFill>
                  <a:schemeClr val="dk1"/>
                </a:solidFill>
                <a:latin typeface="Lexend Light"/>
                <a:ea typeface="Lexend Light"/>
                <a:cs typeface="Lexend Light"/>
                <a:sym typeface="Lexend Ligh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864">
          <p15:clr>
            <a:srgbClr val="E46962"/>
          </p15:clr>
        </p15:guide>
        <p15:guide id="6" pos="196">
          <p15:clr>
            <a:srgbClr val="E46962"/>
          </p15:clr>
        </p15:guide>
        <p15:guide id="7" orient="horz" pos="936">
          <p15:clr>
            <a:srgbClr val="E46962"/>
          </p15:clr>
        </p15:guide>
        <p15:guide id="8" orient="horz" pos="68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drive.google.com/file/d/13EvjBNMhw7yA5giqekZBANNjlM45KZl1/view" TargetMode="External"/><Relationship Id="rId4" Type="http://schemas.openxmlformats.org/officeDocument/2006/relationships/image" Target="../media/image11.jpg"/><Relationship Id="rId5" Type="http://schemas.openxmlformats.org/officeDocument/2006/relationships/hyperlink" Target="http://drive.google.com/file/d/13yPRMvDyaBUhK1ETvyehul01exBqWPyB/view" TargetMode="External"/><Relationship Id="rId6"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https://www.nltk.org/" TargetMode="External"/><Relationship Id="rId4" Type="http://schemas.openxmlformats.org/officeDocument/2006/relationships/hyperlink" Target="https://caniphish.com/blog/how-to-create-a-phishing-website?utm_source=chatgpt.com" TargetMode="External"/><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1"/>
          <p:cNvSpPr txBox="1"/>
          <p:nvPr>
            <p:ph type="title"/>
          </p:nvPr>
        </p:nvSpPr>
        <p:spPr>
          <a:xfrm>
            <a:off x="208725" y="344175"/>
            <a:ext cx="88209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4900"/>
              <a:t>Phishing Attack Simulation and Mitigation</a:t>
            </a:r>
            <a:endParaRPr sz="4900"/>
          </a:p>
        </p:txBody>
      </p:sp>
      <p:sp>
        <p:nvSpPr>
          <p:cNvPr id="1866" name="Google Shape;1866;p1"/>
          <p:cNvSpPr txBox="1"/>
          <p:nvPr>
            <p:ph idx="3" type="body"/>
          </p:nvPr>
        </p:nvSpPr>
        <p:spPr>
          <a:xfrm>
            <a:off x="167325" y="-39600"/>
            <a:ext cx="8976600" cy="337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800"/>
              <a:buNone/>
            </a:pPr>
            <a:r>
              <a:rPr b="1" lang="en"/>
              <a:t>Jeffrey Resto</a:t>
            </a:r>
            <a:endParaRPr b="1"/>
          </a:p>
        </p:txBody>
      </p:sp>
      <p:grpSp>
        <p:nvGrpSpPr>
          <p:cNvPr id="1867" name="Google Shape;1867;p1"/>
          <p:cNvGrpSpPr/>
          <p:nvPr/>
        </p:nvGrpSpPr>
        <p:grpSpPr>
          <a:xfrm>
            <a:off x="1966534" y="2571650"/>
            <a:ext cx="5210945" cy="2242155"/>
            <a:chOff x="2267909" y="2831175"/>
            <a:chExt cx="4608193" cy="1982804"/>
          </a:xfrm>
        </p:grpSpPr>
        <p:grpSp>
          <p:nvGrpSpPr>
            <p:cNvPr id="1868" name="Google Shape;1868;p1"/>
            <p:cNvGrpSpPr/>
            <p:nvPr/>
          </p:nvGrpSpPr>
          <p:grpSpPr>
            <a:xfrm>
              <a:off x="2267909" y="3080044"/>
              <a:ext cx="4608193" cy="1733935"/>
              <a:chOff x="5485193" y="340487"/>
              <a:chExt cx="3462464" cy="1302829"/>
            </a:xfrm>
          </p:grpSpPr>
          <p:sp>
            <p:nvSpPr>
              <p:cNvPr id="1869" name="Google Shape;1869;p1"/>
              <p:cNvSpPr/>
              <p:nvPr/>
            </p:nvSpPr>
            <p:spPr>
              <a:xfrm>
                <a:off x="5485193" y="340487"/>
                <a:ext cx="3462464" cy="1296479"/>
              </a:xfrm>
              <a:custGeom>
                <a:rect b="b" l="l" r="r" t="t"/>
                <a:pathLst>
                  <a:path extrusionOk="0" h="1296479" w="3462464">
                    <a:moveTo>
                      <a:pt x="0" y="0"/>
                    </a:moveTo>
                    <a:lnTo>
                      <a:pt x="3462464" y="0"/>
                    </a:lnTo>
                    <a:lnTo>
                      <a:pt x="3462464" y="1296480"/>
                    </a:lnTo>
                    <a:lnTo>
                      <a:pt x="0" y="1296480"/>
                    </a:lnTo>
                    <a:close/>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0" name="Google Shape;1870;p1"/>
              <p:cNvSpPr/>
              <p:nvPr/>
            </p:nvSpPr>
            <p:spPr>
              <a:xfrm>
                <a:off x="784021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1" name="Google Shape;1871;p1"/>
              <p:cNvSpPr/>
              <p:nvPr/>
            </p:nvSpPr>
            <p:spPr>
              <a:xfrm>
                <a:off x="802481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2" name="Google Shape;1872;p1"/>
              <p:cNvSpPr/>
              <p:nvPr/>
            </p:nvSpPr>
            <p:spPr>
              <a:xfrm>
                <a:off x="820934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3" name="Google Shape;1873;p1"/>
              <p:cNvSpPr/>
              <p:nvPr/>
            </p:nvSpPr>
            <p:spPr>
              <a:xfrm>
                <a:off x="839393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4" name="Google Shape;1874;p1"/>
              <p:cNvSpPr/>
              <p:nvPr/>
            </p:nvSpPr>
            <p:spPr>
              <a:xfrm>
                <a:off x="857853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5" name="Google Shape;1875;p1"/>
              <p:cNvSpPr/>
              <p:nvPr/>
            </p:nvSpPr>
            <p:spPr>
              <a:xfrm>
                <a:off x="876306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6" name="Google Shape;1876;p1"/>
              <p:cNvSpPr/>
              <p:nvPr/>
            </p:nvSpPr>
            <p:spPr>
              <a:xfrm>
                <a:off x="675500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7" name="Google Shape;1877;p1"/>
              <p:cNvSpPr/>
              <p:nvPr/>
            </p:nvSpPr>
            <p:spPr>
              <a:xfrm>
                <a:off x="69395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8" name="Google Shape;1878;p1"/>
              <p:cNvSpPr/>
              <p:nvPr/>
            </p:nvSpPr>
            <p:spPr>
              <a:xfrm>
                <a:off x="712412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9" name="Google Shape;1879;p1"/>
              <p:cNvSpPr/>
              <p:nvPr/>
            </p:nvSpPr>
            <p:spPr>
              <a:xfrm>
                <a:off x="730872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0" name="Google Shape;1880;p1"/>
              <p:cNvSpPr/>
              <p:nvPr/>
            </p:nvSpPr>
            <p:spPr>
              <a:xfrm>
                <a:off x="749331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1" name="Google Shape;1881;p1"/>
              <p:cNvSpPr/>
              <p:nvPr/>
            </p:nvSpPr>
            <p:spPr>
              <a:xfrm>
                <a:off x="7677911"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2" name="Google Shape;1882;p1"/>
              <p:cNvSpPr/>
              <p:nvPr/>
            </p:nvSpPr>
            <p:spPr>
              <a:xfrm>
                <a:off x="566978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3" name="Google Shape;1883;p1"/>
              <p:cNvSpPr/>
              <p:nvPr/>
            </p:nvSpPr>
            <p:spPr>
              <a:xfrm>
                <a:off x="585438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4" name="Google Shape;1884;p1"/>
              <p:cNvSpPr/>
              <p:nvPr/>
            </p:nvSpPr>
            <p:spPr>
              <a:xfrm>
                <a:off x="603897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5" name="Google Shape;1885;p1"/>
              <p:cNvSpPr/>
              <p:nvPr/>
            </p:nvSpPr>
            <p:spPr>
              <a:xfrm>
                <a:off x="622350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6" name="Google Shape;1886;p1"/>
              <p:cNvSpPr/>
              <p:nvPr/>
            </p:nvSpPr>
            <p:spPr>
              <a:xfrm>
                <a:off x="640810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7" name="Google Shape;1887;p1"/>
              <p:cNvSpPr/>
              <p:nvPr/>
            </p:nvSpPr>
            <p:spPr>
              <a:xfrm>
                <a:off x="65926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8" name="Google Shape;1888;p1"/>
              <p:cNvSpPr/>
              <p:nvPr/>
            </p:nvSpPr>
            <p:spPr>
              <a:xfrm>
                <a:off x="5485193" y="525653"/>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9" name="Google Shape;1889;p1"/>
              <p:cNvSpPr/>
              <p:nvPr/>
            </p:nvSpPr>
            <p:spPr>
              <a:xfrm>
                <a:off x="5485193" y="145173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0" name="Google Shape;1890;p1"/>
              <p:cNvSpPr/>
              <p:nvPr/>
            </p:nvSpPr>
            <p:spPr>
              <a:xfrm>
                <a:off x="5485193" y="1636966"/>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1" name="Google Shape;1891;p1"/>
              <p:cNvSpPr/>
              <p:nvPr/>
            </p:nvSpPr>
            <p:spPr>
              <a:xfrm>
                <a:off x="5485193" y="126650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2" name="Google Shape;1892;p1"/>
              <p:cNvSpPr/>
              <p:nvPr/>
            </p:nvSpPr>
            <p:spPr>
              <a:xfrm>
                <a:off x="5485193" y="1081278"/>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3" name="Google Shape;1893;p1"/>
              <p:cNvSpPr/>
              <p:nvPr/>
            </p:nvSpPr>
            <p:spPr>
              <a:xfrm>
                <a:off x="5485193" y="89611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4" name="Google Shape;1894;p1"/>
              <p:cNvSpPr/>
              <p:nvPr/>
            </p:nvSpPr>
            <p:spPr>
              <a:xfrm>
                <a:off x="5485193" y="71088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95" name="Google Shape;1895;p1"/>
            <p:cNvSpPr/>
            <p:nvPr/>
          </p:nvSpPr>
          <p:spPr>
            <a:xfrm>
              <a:off x="2764500" y="3326025"/>
              <a:ext cx="1195167" cy="737592"/>
            </a:xfrm>
            <a:custGeom>
              <a:rect b="b" l="l" r="r" t="t"/>
              <a:pathLst>
                <a:path extrusionOk="0" h="555625" w="922909">
                  <a:moveTo>
                    <a:pt x="0" y="0"/>
                  </a:moveTo>
                  <a:lnTo>
                    <a:pt x="922909" y="0"/>
                  </a:lnTo>
                  <a:lnTo>
                    <a:pt x="922909" y="555625"/>
                  </a:lnTo>
                  <a:lnTo>
                    <a:pt x="0" y="555625"/>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6" name="Google Shape;1896;p1"/>
            <p:cNvSpPr/>
            <p:nvPr/>
          </p:nvSpPr>
          <p:spPr>
            <a:xfrm>
              <a:off x="5406200" y="2831175"/>
              <a:ext cx="974139" cy="985252"/>
            </a:xfrm>
            <a:custGeom>
              <a:rect b="b" l="l" r="r" t="t"/>
              <a:pathLst>
                <a:path extrusionOk="0" h="740791" w="740790">
                  <a:moveTo>
                    <a:pt x="740791" y="370395"/>
                  </a:moveTo>
                  <a:cubicBezTo>
                    <a:pt x="740791" y="574959"/>
                    <a:pt x="574959" y="740791"/>
                    <a:pt x="370396" y="740791"/>
                  </a:cubicBezTo>
                  <a:cubicBezTo>
                    <a:pt x="165832" y="740791"/>
                    <a:pt x="0" y="574959"/>
                    <a:pt x="0" y="370395"/>
                  </a:cubicBezTo>
                  <a:cubicBezTo>
                    <a:pt x="0" y="165832"/>
                    <a:pt x="165832" y="0"/>
                    <a:pt x="370396" y="0"/>
                  </a:cubicBezTo>
                  <a:cubicBezTo>
                    <a:pt x="574959" y="0"/>
                    <a:pt x="740791" y="165832"/>
                    <a:pt x="740791" y="37039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7" name="Google Shape;1897;p1"/>
            <p:cNvSpPr/>
            <p:nvPr/>
          </p:nvSpPr>
          <p:spPr>
            <a:xfrm>
              <a:off x="4203775" y="3816425"/>
              <a:ext cx="736446" cy="738062"/>
            </a:xfrm>
            <a:custGeom>
              <a:rect b="b" l="l" r="r" t="t"/>
              <a:pathLst>
                <a:path extrusionOk="0" h="581151" w="553719">
                  <a:moveTo>
                    <a:pt x="553720" y="581152"/>
                  </a:moveTo>
                  <a:lnTo>
                    <a:pt x="0" y="581152"/>
                  </a:lnTo>
                  <a:lnTo>
                    <a:pt x="0" y="0"/>
                  </a:lnTo>
                  <a:lnTo>
                    <a:pt x="553720" y="581152"/>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2"/>
          <p:cNvSpPr txBox="1"/>
          <p:nvPr>
            <p:ph idx="3"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a:p>
        </p:txBody>
      </p:sp>
      <p:grpSp>
        <p:nvGrpSpPr>
          <p:cNvPr id="1903" name="Google Shape;1903;p2"/>
          <p:cNvGrpSpPr/>
          <p:nvPr/>
        </p:nvGrpSpPr>
        <p:grpSpPr>
          <a:xfrm>
            <a:off x="7509125" y="1921038"/>
            <a:ext cx="1258500" cy="902350"/>
            <a:chOff x="6575700" y="2242475"/>
            <a:chExt cx="1258500" cy="902350"/>
          </a:xfrm>
        </p:grpSpPr>
        <p:sp>
          <p:nvSpPr>
            <p:cNvPr id="1904" name="Google Shape;1904;p2"/>
            <p:cNvSpPr/>
            <p:nvPr/>
          </p:nvSpPr>
          <p:spPr>
            <a:xfrm>
              <a:off x="6596750" y="2242475"/>
              <a:ext cx="411300" cy="816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2"/>
            <p:cNvSpPr/>
            <p:nvPr/>
          </p:nvSpPr>
          <p:spPr>
            <a:xfrm>
              <a:off x="6575700" y="2318025"/>
              <a:ext cx="1258500" cy="826800"/>
            </a:xfrm>
            <a:prstGeom prst="roundRect">
              <a:avLst>
                <a:gd fmla="val 526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06" name="Google Shape;1906;p2"/>
            <p:cNvCxnSpPr/>
            <p:nvPr/>
          </p:nvCxnSpPr>
          <p:spPr>
            <a:xfrm>
              <a:off x="6576540" y="3091250"/>
              <a:ext cx="1256700" cy="0"/>
            </a:xfrm>
            <a:prstGeom prst="straightConnector1">
              <a:avLst/>
            </a:prstGeom>
            <a:noFill/>
            <a:ln cap="flat" cmpd="sng" w="9525">
              <a:solidFill>
                <a:schemeClr val="accent4"/>
              </a:solidFill>
              <a:prstDash val="solid"/>
              <a:round/>
              <a:headEnd len="sm" w="sm" type="none"/>
              <a:tailEnd len="sm" w="sm" type="none"/>
            </a:ln>
            <a:effectLst>
              <a:outerShdw blurRad="57150" rotWithShape="0" algn="bl" dir="5400000" dist="19050">
                <a:srgbClr val="000000">
                  <a:alpha val="29803"/>
                </a:srgbClr>
              </a:outerShdw>
            </a:effectLst>
          </p:spPr>
        </p:cxnSp>
      </p:grpSp>
      <p:sp>
        <p:nvSpPr>
          <p:cNvPr id="1907" name="Google Shape;1907;p2"/>
          <p:cNvSpPr txBox="1"/>
          <p:nvPr/>
        </p:nvSpPr>
        <p:spPr>
          <a:xfrm>
            <a:off x="37637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All</a:t>
            </a:r>
            <a:endParaRPr b="0" i="0" sz="1200" u="none" cap="none" strike="noStrike">
              <a:solidFill>
                <a:schemeClr val="dk1"/>
              </a:solidFill>
              <a:latin typeface="Lexend Light"/>
              <a:ea typeface="Lexend Light"/>
              <a:cs typeface="Lexend Light"/>
              <a:sym typeface="Lexend Light"/>
            </a:endParaRPr>
          </a:p>
        </p:txBody>
      </p:sp>
      <p:sp>
        <p:nvSpPr>
          <p:cNvPr id="1908" name="Google Shape;1908;p2"/>
          <p:cNvSpPr txBox="1"/>
          <p:nvPr/>
        </p:nvSpPr>
        <p:spPr>
          <a:xfrm>
            <a:off x="2753850"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About</a:t>
            </a:r>
            <a:endParaRPr b="0" i="0" sz="1200" u="none" cap="none" strike="noStrike">
              <a:solidFill>
                <a:schemeClr val="dk1"/>
              </a:solidFill>
              <a:latin typeface="Lexend Light"/>
              <a:ea typeface="Lexend Light"/>
              <a:cs typeface="Lexend Light"/>
              <a:sym typeface="Lexend Light"/>
            </a:endParaRPr>
          </a:p>
        </p:txBody>
      </p:sp>
      <p:sp>
        <p:nvSpPr>
          <p:cNvPr id="1909" name="Google Shape;1909;p2"/>
          <p:cNvSpPr txBox="1"/>
          <p:nvPr/>
        </p:nvSpPr>
        <p:spPr>
          <a:xfrm>
            <a:off x="512917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Phishing</a:t>
            </a:r>
            <a:endParaRPr b="0" i="0" sz="1200" u="none" cap="none" strike="noStrike">
              <a:solidFill>
                <a:schemeClr val="dk1"/>
              </a:solidFill>
              <a:latin typeface="Lexend Light"/>
              <a:ea typeface="Lexend Light"/>
              <a:cs typeface="Lexend Light"/>
              <a:sym typeface="Lexend Light"/>
            </a:endParaRPr>
          </a:p>
        </p:txBody>
      </p:sp>
      <p:sp>
        <p:nvSpPr>
          <p:cNvPr id="1910" name="Google Shape;1910;p2"/>
          <p:cNvSpPr txBox="1"/>
          <p:nvPr/>
        </p:nvSpPr>
        <p:spPr>
          <a:xfrm>
            <a:off x="750912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Attacks</a:t>
            </a:r>
            <a:endParaRPr b="0" i="0" sz="1200" u="none" cap="none" strike="noStrike">
              <a:solidFill>
                <a:schemeClr val="dk1"/>
              </a:solidFill>
              <a:latin typeface="Lexend Light"/>
              <a:ea typeface="Lexend Light"/>
              <a:cs typeface="Lexend Light"/>
              <a:sym typeface="Lexend Light"/>
            </a:endParaRPr>
          </a:p>
        </p:txBody>
      </p:sp>
      <p:grpSp>
        <p:nvGrpSpPr>
          <p:cNvPr id="1911" name="Google Shape;1911;p2"/>
          <p:cNvGrpSpPr/>
          <p:nvPr/>
        </p:nvGrpSpPr>
        <p:grpSpPr>
          <a:xfrm>
            <a:off x="376375" y="1921038"/>
            <a:ext cx="1258500" cy="902350"/>
            <a:chOff x="1209150" y="2242475"/>
            <a:chExt cx="1258500" cy="902350"/>
          </a:xfrm>
        </p:grpSpPr>
        <p:sp>
          <p:nvSpPr>
            <p:cNvPr id="1912" name="Google Shape;1912;p2"/>
            <p:cNvSpPr/>
            <p:nvPr/>
          </p:nvSpPr>
          <p:spPr>
            <a:xfrm>
              <a:off x="1230200" y="2242475"/>
              <a:ext cx="411300" cy="81600"/>
            </a:xfrm>
            <a:prstGeom prst="round2SameRect">
              <a:avLst>
                <a:gd fmla="val 50000" name="adj1"/>
                <a:gd fmla="val 0" name="adj2"/>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2"/>
            <p:cNvSpPr/>
            <p:nvPr/>
          </p:nvSpPr>
          <p:spPr>
            <a:xfrm>
              <a:off x="1209150" y="2318025"/>
              <a:ext cx="1258500" cy="826800"/>
            </a:xfrm>
            <a:prstGeom prst="roundRect">
              <a:avLst>
                <a:gd fmla="val 5261"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14" name="Google Shape;1914;p2"/>
            <p:cNvCxnSpPr/>
            <p:nvPr/>
          </p:nvCxnSpPr>
          <p:spPr>
            <a:xfrm>
              <a:off x="1209990" y="3091250"/>
              <a:ext cx="1256700" cy="0"/>
            </a:xfrm>
            <a:prstGeom prst="straightConnector1">
              <a:avLst/>
            </a:prstGeom>
            <a:noFill/>
            <a:ln cap="flat" cmpd="sng" w="9525">
              <a:solidFill>
                <a:schemeClr val="accent5"/>
              </a:solidFill>
              <a:prstDash val="solid"/>
              <a:round/>
              <a:headEnd len="sm" w="sm" type="none"/>
              <a:tailEnd len="sm" w="sm" type="none"/>
            </a:ln>
            <a:effectLst>
              <a:outerShdw blurRad="57150" rotWithShape="0" algn="bl" dir="5400000" dist="19050">
                <a:srgbClr val="000000">
                  <a:alpha val="29803"/>
                </a:srgbClr>
              </a:outerShdw>
            </a:effectLst>
          </p:spPr>
        </p:cxnSp>
      </p:grpSp>
      <p:grpSp>
        <p:nvGrpSpPr>
          <p:cNvPr id="1915" name="Google Shape;1915;p2"/>
          <p:cNvGrpSpPr/>
          <p:nvPr/>
        </p:nvGrpSpPr>
        <p:grpSpPr>
          <a:xfrm>
            <a:off x="2753958" y="1921038"/>
            <a:ext cx="1258500" cy="902350"/>
            <a:chOff x="2998000" y="2242475"/>
            <a:chExt cx="1258500" cy="902350"/>
          </a:xfrm>
        </p:grpSpPr>
        <p:sp>
          <p:nvSpPr>
            <p:cNvPr id="1916" name="Google Shape;1916;p2"/>
            <p:cNvSpPr/>
            <p:nvPr/>
          </p:nvSpPr>
          <p:spPr>
            <a:xfrm>
              <a:off x="3019050" y="2242475"/>
              <a:ext cx="411300" cy="81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p2"/>
            <p:cNvSpPr/>
            <p:nvPr/>
          </p:nvSpPr>
          <p:spPr>
            <a:xfrm>
              <a:off x="2998000" y="2318025"/>
              <a:ext cx="1258500" cy="826800"/>
            </a:xfrm>
            <a:prstGeom prst="roundRect">
              <a:avLst>
                <a:gd fmla="val 5261"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18" name="Google Shape;1918;p2"/>
            <p:cNvCxnSpPr/>
            <p:nvPr/>
          </p:nvCxnSpPr>
          <p:spPr>
            <a:xfrm>
              <a:off x="2998840" y="3091250"/>
              <a:ext cx="1256700" cy="0"/>
            </a:xfrm>
            <a:prstGeom prst="straightConnector1">
              <a:avLst/>
            </a:prstGeom>
            <a:noFill/>
            <a:ln cap="flat" cmpd="sng" w="9525">
              <a:solidFill>
                <a:schemeClr val="accent2"/>
              </a:solidFill>
              <a:prstDash val="solid"/>
              <a:round/>
              <a:headEnd len="sm" w="sm" type="none"/>
              <a:tailEnd len="sm" w="sm" type="none"/>
            </a:ln>
            <a:effectLst>
              <a:outerShdw blurRad="57150" rotWithShape="0" algn="bl" dir="5400000" dist="19050">
                <a:srgbClr val="000000">
                  <a:alpha val="29803"/>
                </a:srgbClr>
              </a:outerShdw>
            </a:effectLst>
          </p:spPr>
        </p:cxnSp>
      </p:grpSp>
      <p:grpSp>
        <p:nvGrpSpPr>
          <p:cNvPr id="1919" name="Google Shape;1919;p2"/>
          <p:cNvGrpSpPr/>
          <p:nvPr/>
        </p:nvGrpSpPr>
        <p:grpSpPr>
          <a:xfrm>
            <a:off x="5131542" y="1921038"/>
            <a:ext cx="1258500" cy="902350"/>
            <a:chOff x="4786850" y="2242475"/>
            <a:chExt cx="1258500" cy="902350"/>
          </a:xfrm>
        </p:grpSpPr>
        <p:sp>
          <p:nvSpPr>
            <p:cNvPr id="1920" name="Google Shape;1920;p2"/>
            <p:cNvSpPr/>
            <p:nvPr/>
          </p:nvSpPr>
          <p:spPr>
            <a:xfrm>
              <a:off x="4807900" y="2242475"/>
              <a:ext cx="411300" cy="816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2"/>
            <p:cNvSpPr/>
            <p:nvPr/>
          </p:nvSpPr>
          <p:spPr>
            <a:xfrm>
              <a:off x="4786850" y="2318025"/>
              <a:ext cx="1258500" cy="826800"/>
            </a:xfrm>
            <a:prstGeom prst="roundRect">
              <a:avLst>
                <a:gd fmla="val 5261"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22" name="Google Shape;1922;p2"/>
            <p:cNvCxnSpPr/>
            <p:nvPr/>
          </p:nvCxnSpPr>
          <p:spPr>
            <a:xfrm>
              <a:off x="4787690" y="3091250"/>
              <a:ext cx="1256700" cy="0"/>
            </a:xfrm>
            <a:prstGeom prst="straightConnector1">
              <a:avLst/>
            </a:prstGeom>
            <a:noFill/>
            <a:ln cap="flat" cmpd="sng" w="9525">
              <a:solidFill>
                <a:schemeClr val="accent3"/>
              </a:solidFill>
              <a:prstDash val="solid"/>
              <a:round/>
              <a:headEnd len="sm" w="sm" type="none"/>
              <a:tailEnd len="sm" w="sm" type="none"/>
            </a:ln>
            <a:effectLst>
              <a:outerShdw blurRad="57150" rotWithShape="0" algn="bl" dir="5400000" dist="19050">
                <a:srgbClr val="000000">
                  <a:alpha val="29803"/>
                </a:srgbClr>
              </a:outerShdw>
            </a:effectLst>
          </p:spPr>
        </p:cxn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6" name="Shape 1926"/>
        <p:cNvGrpSpPr/>
        <p:nvPr/>
      </p:nvGrpSpPr>
      <p:grpSpPr>
        <a:xfrm>
          <a:off x="0" y="0"/>
          <a:ext cx="0" cy="0"/>
          <a:chOff x="0" y="0"/>
          <a:chExt cx="0" cy="0"/>
        </a:xfrm>
      </p:grpSpPr>
      <p:sp>
        <p:nvSpPr>
          <p:cNvPr id="1927" name="Google Shape;1927;p3"/>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8" name="Google Shape;1928;p3"/>
          <p:cNvGrpSpPr/>
          <p:nvPr/>
        </p:nvGrpSpPr>
        <p:grpSpPr>
          <a:xfrm>
            <a:off x="7317975" y="721788"/>
            <a:ext cx="429650" cy="431375"/>
            <a:chOff x="6684050" y="721788"/>
            <a:chExt cx="429650" cy="431375"/>
          </a:xfrm>
        </p:grpSpPr>
        <p:sp>
          <p:nvSpPr>
            <p:cNvPr id="1929" name="Google Shape;1929;p3"/>
            <p:cNvSpPr/>
            <p:nvPr/>
          </p:nvSpPr>
          <p:spPr>
            <a:xfrm>
              <a:off x="6684050" y="721788"/>
              <a:ext cx="342900" cy="3429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30" name="Google Shape;1930;p3"/>
            <p:cNvCxnSpPr/>
            <p:nvPr/>
          </p:nvCxnSpPr>
          <p:spPr>
            <a:xfrm>
              <a:off x="6973000" y="1012463"/>
              <a:ext cx="140700" cy="140700"/>
            </a:xfrm>
            <a:prstGeom prst="straightConnector1">
              <a:avLst/>
            </a:prstGeom>
            <a:noFill/>
            <a:ln cap="flat" cmpd="sng" w="28575">
              <a:solidFill>
                <a:schemeClr val="lt1"/>
              </a:solidFill>
              <a:prstDash val="solid"/>
              <a:round/>
              <a:headEnd len="sm" w="sm" type="none"/>
              <a:tailEnd len="sm" w="sm" type="none"/>
            </a:ln>
          </p:spPr>
        </p:cxnSp>
      </p:grpSp>
      <p:sp>
        <p:nvSpPr>
          <p:cNvPr id="1931" name="Google Shape;1931;p3"/>
          <p:cNvSpPr/>
          <p:nvPr/>
        </p:nvSpPr>
        <p:spPr>
          <a:xfrm>
            <a:off x="1170750" y="3332875"/>
            <a:ext cx="3407400" cy="1500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3"/>
          <p:cNvSpPr/>
          <p:nvPr/>
        </p:nvSpPr>
        <p:spPr>
          <a:xfrm>
            <a:off x="1170750" y="1518600"/>
            <a:ext cx="1689300" cy="16794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33" name="Google Shape;1933;p3"/>
          <p:cNvGrpSpPr/>
          <p:nvPr/>
        </p:nvGrpSpPr>
        <p:grpSpPr>
          <a:xfrm>
            <a:off x="1240925" y="1619925"/>
            <a:ext cx="277873" cy="68400"/>
            <a:chOff x="1240925" y="1619925"/>
            <a:chExt cx="277873" cy="68400"/>
          </a:xfrm>
        </p:grpSpPr>
        <p:sp>
          <p:nvSpPr>
            <p:cNvPr id="1934" name="Google Shape;1934;p3"/>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3"/>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3"/>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37" name="Google Shape;1937;p3"/>
          <p:cNvGrpSpPr/>
          <p:nvPr/>
        </p:nvGrpSpPr>
        <p:grpSpPr>
          <a:xfrm>
            <a:off x="1240925" y="3434200"/>
            <a:ext cx="277873" cy="68400"/>
            <a:chOff x="1240925" y="3434200"/>
            <a:chExt cx="277873" cy="68400"/>
          </a:xfrm>
        </p:grpSpPr>
        <p:sp>
          <p:nvSpPr>
            <p:cNvPr id="1938" name="Google Shape;1938;p3"/>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3"/>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3"/>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41" name="Google Shape;1941;p3"/>
          <p:cNvSpPr/>
          <p:nvPr/>
        </p:nvSpPr>
        <p:spPr>
          <a:xfrm flipH="1">
            <a:off x="316342" y="3738950"/>
            <a:ext cx="1917565" cy="1025628"/>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2" name="Google Shape;1942;p3"/>
          <p:cNvSpPr/>
          <p:nvPr/>
        </p:nvSpPr>
        <p:spPr>
          <a:xfrm>
            <a:off x="4875000" y="1575475"/>
            <a:ext cx="3103500" cy="32574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943" name="Google Shape;1943;p3"/>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p:txBody>
      </p:sp>
      <p:cxnSp>
        <p:nvCxnSpPr>
          <p:cNvPr id="1944" name="Google Shape;1944;p3"/>
          <p:cNvCxnSpPr/>
          <p:nvPr/>
        </p:nvCxnSpPr>
        <p:spPr>
          <a:xfrm rot="10800000">
            <a:off x="6131750" y="578063"/>
            <a:ext cx="0" cy="718800"/>
          </a:xfrm>
          <a:prstGeom prst="straightConnector1">
            <a:avLst/>
          </a:prstGeom>
          <a:noFill/>
          <a:ln cap="flat" cmpd="sng" w="9525">
            <a:solidFill>
              <a:schemeClr val="lt1"/>
            </a:solidFill>
            <a:prstDash val="solid"/>
            <a:round/>
            <a:headEnd len="sm" w="sm" type="none"/>
            <a:tailEnd len="sm" w="sm" type="none"/>
          </a:ln>
        </p:spPr>
      </p:cxnSp>
      <p:sp>
        <p:nvSpPr>
          <p:cNvPr id="1945" name="Google Shape;1945;p3"/>
          <p:cNvSpPr txBox="1"/>
          <p:nvPr/>
        </p:nvSpPr>
        <p:spPr>
          <a:xfrm>
            <a:off x="552875" y="3833500"/>
            <a:ext cx="1444500" cy="52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exend"/>
                <a:ea typeface="Lexend"/>
                <a:cs typeface="Lexend"/>
                <a:sym typeface="Lexend"/>
              </a:rPr>
              <a:t>Caution</a:t>
            </a:r>
            <a:endParaRPr b="0" i="0" sz="2400" u="none" cap="none" strike="noStrike">
              <a:solidFill>
                <a:schemeClr val="dk1"/>
              </a:solidFill>
              <a:latin typeface="Lexend"/>
              <a:ea typeface="Lexend"/>
              <a:cs typeface="Lexend"/>
              <a:sym typeface="Lexend"/>
            </a:endParaRPr>
          </a:p>
        </p:txBody>
      </p:sp>
      <p:sp>
        <p:nvSpPr>
          <p:cNvPr id="1946" name="Google Shape;1946;p3"/>
          <p:cNvSpPr txBox="1"/>
          <p:nvPr/>
        </p:nvSpPr>
        <p:spPr>
          <a:xfrm>
            <a:off x="2240189" y="3496050"/>
            <a:ext cx="2050500" cy="1196700"/>
          </a:xfrm>
          <a:prstGeom prst="rect">
            <a:avLst/>
          </a:prstGeom>
          <a:noFill/>
          <a:ln>
            <a:noFill/>
          </a:ln>
        </p:spPr>
        <p:txBody>
          <a:bodyPr anchorCtr="0" anchor="t" bIns="91425" lIns="91425" spcFirstLastPara="1" rIns="91425" wrap="square" tIns="91425">
            <a:normAutofit fontScale="625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en" sz="1684" u="none" cap="none" strike="noStrike">
                <a:solidFill>
                  <a:schemeClr val="dk1"/>
                </a:solidFill>
                <a:latin typeface="Lexend Light"/>
                <a:ea typeface="Lexend Light"/>
                <a:cs typeface="Lexend Light"/>
                <a:sym typeface="Lexend Light"/>
              </a:rPr>
              <a:t>Most phishing attacks appear legitimate but be cautious of anyone asking for:</a:t>
            </a:r>
            <a:endParaRPr b="0" i="0" sz="1684"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ct val="100000"/>
              <a:buFont typeface="Arial"/>
              <a:buNone/>
            </a:pPr>
            <a:r>
              <a:t/>
            </a:r>
            <a:endParaRPr b="0" i="0" sz="1200" u="none" cap="none" strike="noStrike">
              <a:solidFill>
                <a:schemeClr val="dk1"/>
              </a:solidFill>
              <a:latin typeface="Lexend Light"/>
              <a:ea typeface="Lexend Light"/>
              <a:cs typeface="Lexend Light"/>
              <a:sym typeface="Lexend Light"/>
            </a:endParaRPr>
          </a:p>
          <a:p>
            <a:pPr indent="-283447" lvl="0" marL="457200" marR="0" rtl="0" algn="l">
              <a:lnSpc>
                <a:spcPct val="100000"/>
              </a:lnSpc>
              <a:spcBef>
                <a:spcPts val="0"/>
              </a:spcBef>
              <a:spcAft>
                <a:spcPts val="0"/>
              </a:spcAft>
              <a:buClr>
                <a:schemeClr val="dk1"/>
              </a:buClr>
              <a:buSzPct val="100000"/>
              <a:buFont typeface="Lexend Light"/>
              <a:buChar char="●"/>
            </a:pPr>
            <a:r>
              <a:rPr b="0" i="0" lang="en" sz="1381" u="none" cap="none" strike="noStrike">
                <a:solidFill>
                  <a:schemeClr val="dk1"/>
                </a:solidFill>
                <a:latin typeface="Lexend Light"/>
                <a:ea typeface="Lexend Light"/>
                <a:cs typeface="Lexend Light"/>
                <a:sym typeface="Lexend Light"/>
              </a:rPr>
              <a:t>Sensitive information</a:t>
            </a:r>
            <a:endParaRPr b="0" i="0" sz="1381" u="none" cap="none" strike="noStrike">
              <a:solidFill>
                <a:schemeClr val="dk1"/>
              </a:solidFill>
              <a:latin typeface="Lexend Light"/>
              <a:ea typeface="Lexend Light"/>
              <a:cs typeface="Lexend Light"/>
              <a:sym typeface="Lexend Light"/>
            </a:endParaRPr>
          </a:p>
          <a:p>
            <a:pPr indent="-283447" lvl="0" marL="457200" marR="0" rtl="0" algn="l">
              <a:lnSpc>
                <a:spcPct val="100000"/>
              </a:lnSpc>
              <a:spcBef>
                <a:spcPts val="0"/>
              </a:spcBef>
              <a:spcAft>
                <a:spcPts val="0"/>
              </a:spcAft>
              <a:buClr>
                <a:schemeClr val="dk1"/>
              </a:buClr>
              <a:buSzPct val="100000"/>
              <a:buFont typeface="Lexend Light"/>
              <a:buChar char="●"/>
            </a:pPr>
            <a:r>
              <a:rPr b="0" i="0" lang="en" sz="1381" u="none" cap="none" strike="noStrike">
                <a:solidFill>
                  <a:schemeClr val="dk1"/>
                </a:solidFill>
                <a:latin typeface="Lexend Light"/>
                <a:ea typeface="Lexend Light"/>
                <a:cs typeface="Lexend Light"/>
                <a:sym typeface="Lexend Light"/>
              </a:rPr>
              <a:t>Money</a:t>
            </a:r>
            <a:endParaRPr b="0" i="0" sz="1381"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ct val="1000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1947" name="Google Shape;1947;p3"/>
          <p:cNvSpPr txBox="1"/>
          <p:nvPr/>
        </p:nvSpPr>
        <p:spPr>
          <a:xfrm>
            <a:off x="5012075" y="1684625"/>
            <a:ext cx="2825700" cy="23478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Phishing is a type of cyberattack that uses fraudulent emails, text messages, phone calls or websites to trick people into sharing sensitive data.</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Common vulnerabilities that may be exploited include communication protocols such as emails, websites, text messaging, or even phone calls.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1948" name="Google Shape;1948;p3"/>
          <p:cNvSpPr/>
          <p:nvPr/>
        </p:nvSpPr>
        <p:spPr>
          <a:xfrm>
            <a:off x="6131738" y="4033438"/>
            <a:ext cx="162798" cy="200422"/>
          </a:xfrm>
          <a:custGeom>
            <a:rect b="b" l="l" r="r" t="t"/>
            <a:pathLst>
              <a:path extrusionOk="0" h="19170" w="15575">
                <a:moveTo>
                  <a:pt x="0" y="0"/>
                </a:moveTo>
                <a:lnTo>
                  <a:pt x="3354" y="19170"/>
                </a:lnTo>
                <a:lnTo>
                  <a:pt x="7668" y="11502"/>
                </a:lnTo>
                <a:lnTo>
                  <a:pt x="15575" y="8866"/>
                </a:lnTo>
                <a:close/>
              </a:path>
            </a:pathLst>
          </a:custGeom>
          <a:solidFill>
            <a:schemeClr val="accent3"/>
          </a:solidFill>
          <a:ln>
            <a:noFill/>
          </a:ln>
        </p:spPr>
      </p:sp>
      <p:grpSp>
        <p:nvGrpSpPr>
          <p:cNvPr id="1949" name="Google Shape;1949;p3"/>
          <p:cNvGrpSpPr/>
          <p:nvPr/>
        </p:nvGrpSpPr>
        <p:grpSpPr>
          <a:xfrm>
            <a:off x="3047921" y="1918650"/>
            <a:ext cx="1642980" cy="1139694"/>
            <a:chOff x="-1501353" y="1025810"/>
            <a:chExt cx="1717700" cy="1191525"/>
          </a:xfrm>
        </p:grpSpPr>
        <p:sp>
          <p:nvSpPr>
            <p:cNvPr id="1950" name="Google Shape;1950;p3"/>
            <p:cNvSpPr/>
            <p:nvPr/>
          </p:nvSpPr>
          <p:spPr>
            <a:xfrm>
              <a:off x="-1501353" y="1890733"/>
              <a:ext cx="1717700" cy="326602"/>
            </a:xfrm>
            <a:custGeom>
              <a:rect b="b" l="l" r="r" t="t"/>
              <a:pathLst>
                <a:path extrusionOk="0" h="326602" w="1717700">
                  <a:moveTo>
                    <a:pt x="0" y="0"/>
                  </a:moveTo>
                  <a:lnTo>
                    <a:pt x="1285361" y="0"/>
                  </a:lnTo>
                  <a:lnTo>
                    <a:pt x="1717700" y="326603"/>
                  </a:lnTo>
                  <a:lnTo>
                    <a:pt x="432340" y="326603"/>
                  </a:lnTo>
                  <a:lnTo>
                    <a:pt x="0"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1" name="Google Shape;1951;p3"/>
            <p:cNvSpPr/>
            <p:nvPr/>
          </p:nvSpPr>
          <p:spPr>
            <a:xfrm>
              <a:off x="-1501353" y="1674482"/>
              <a:ext cx="1717700" cy="326643"/>
            </a:xfrm>
            <a:custGeom>
              <a:rect b="b" l="l" r="r" t="t"/>
              <a:pathLst>
                <a:path extrusionOk="0" h="326643" w="1717700">
                  <a:moveTo>
                    <a:pt x="0" y="0"/>
                  </a:moveTo>
                  <a:lnTo>
                    <a:pt x="1285361" y="0"/>
                  </a:lnTo>
                  <a:lnTo>
                    <a:pt x="1717700" y="326643"/>
                  </a:lnTo>
                  <a:lnTo>
                    <a:pt x="432340" y="326643"/>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2" name="Google Shape;1952;p3"/>
            <p:cNvSpPr/>
            <p:nvPr/>
          </p:nvSpPr>
          <p:spPr>
            <a:xfrm>
              <a:off x="-1501353" y="1458272"/>
              <a:ext cx="1717700" cy="326602"/>
            </a:xfrm>
            <a:custGeom>
              <a:rect b="b" l="l" r="r" t="t"/>
              <a:pathLst>
                <a:path extrusionOk="0" h="326602" w="1717700">
                  <a:moveTo>
                    <a:pt x="0" y="0"/>
                  </a:moveTo>
                  <a:lnTo>
                    <a:pt x="1285361" y="0"/>
                  </a:lnTo>
                  <a:lnTo>
                    <a:pt x="1717700" y="326603"/>
                  </a:lnTo>
                  <a:lnTo>
                    <a:pt x="432340" y="326603"/>
                  </a:lnTo>
                  <a:lnTo>
                    <a:pt x="0" y="0"/>
                  </a:lnTo>
                  <a:close/>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3" name="Google Shape;1953;p3"/>
            <p:cNvSpPr/>
            <p:nvPr/>
          </p:nvSpPr>
          <p:spPr>
            <a:xfrm>
              <a:off x="-1501353" y="1242021"/>
              <a:ext cx="1717700" cy="326643"/>
            </a:xfrm>
            <a:custGeom>
              <a:rect b="b" l="l" r="r" t="t"/>
              <a:pathLst>
                <a:path extrusionOk="0" h="326643" w="1717700">
                  <a:moveTo>
                    <a:pt x="0" y="0"/>
                  </a:moveTo>
                  <a:lnTo>
                    <a:pt x="1285361" y="0"/>
                  </a:lnTo>
                  <a:lnTo>
                    <a:pt x="1717700" y="326643"/>
                  </a:lnTo>
                  <a:lnTo>
                    <a:pt x="432340" y="326643"/>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4" name="Google Shape;1954;p3"/>
            <p:cNvSpPr/>
            <p:nvPr/>
          </p:nvSpPr>
          <p:spPr>
            <a:xfrm>
              <a:off x="-1501353" y="1025810"/>
              <a:ext cx="1717700" cy="326602"/>
            </a:xfrm>
            <a:custGeom>
              <a:rect b="b" l="l" r="r" t="t"/>
              <a:pathLst>
                <a:path extrusionOk="0" h="326602" w="1717700">
                  <a:moveTo>
                    <a:pt x="0" y="0"/>
                  </a:moveTo>
                  <a:lnTo>
                    <a:pt x="1285361" y="0"/>
                  </a:lnTo>
                  <a:lnTo>
                    <a:pt x="1717700" y="326603"/>
                  </a:lnTo>
                  <a:lnTo>
                    <a:pt x="432340" y="326603"/>
                  </a:lnTo>
                  <a:lnTo>
                    <a:pt x="0" y="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955" name="Google Shape;1955;p3"/>
          <p:cNvSpPr txBox="1"/>
          <p:nvPr>
            <p:ph type="title"/>
          </p:nvPr>
        </p:nvSpPr>
        <p:spPr>
          <a:xfrm>
            <a:off x="1579100" y="689550"/>
            <a:ext cx="4432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2500"/>
              <a:t>What is a phishing attack?</a:t>
            </a:r>
            <a:endParaRPr sz="2500"/>
          </a:p>
        </p:txBody>
      </p:sp>
      <p:pic>
        <p:nvPicPr>
          <p:cNvPr id="1956" name="Google Shape;1956;p3"/>
          <p:cNvPicPr preferRelativeResize="0"/>
          <p:nvPr/>
        </p:nvPicPr>
        <p:blipFill rotWithShape="1">
          <a:blip r:embed="rId3">
            <a:alphaModFix/>
          </a:blip>
          <a:srcRect b="0" l="0" r="0" t="0"/>
          <a:stretch/>
        </p:blipFill>
        <p:spPr>
          <a:xfrm>
            <a:off x="1444638" y="1759875"/>
            <a:ext cx="1141533" cy="1196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0" name="Shape 1960"/>
        <p:cNvGrpSpPr/>
        <p:nvPr/>
      </p:nvGrpSpPr>
      <p:grpSpPr>
        <a:xfrm>
          <a:off x="0" y="0"/>
          <a:ext cx="0" cy="0"/>
          <a:chOff x="0" y="0"/>
          <a:chExt cx="0" cy="0"/>
        </a:xfrm>
      </p:grpSpPr>
      <p:sp>
        <p:nvSpPr>
          <p:cNvPr id="1961" name="Google Shape;1961;p4"/>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p4"/>
          <p:cNvSpPr/>
          <p:nvPr/>
        </p:nvSpPr>
        <p:spPr>
          <a:xfrm>
            <a:off x="1165350" y="1486800"/>
            <a:ext cx="6813300" cy="31395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63" name="Google Shape;1963;p4"/>
          <p:cNvGrpSpPr/>
          <p:nvPr/>
        </p:nvGrpSpPr>
        <p:grpSpPr>
          <a:xfrm>
            <a:off x="1302000" y="1584450"/>
            <a:ext cx="277873" cy="68400"/>
            <a:chOff x="1240925" y="3434200"/>
            <a:chExt cx="277873" cy="68400"/>
          </a:xfrm>
        </p:grpSpPr>
        <p:sp>
          <p:nvSpPr>
            <p:cNvPr id="1964" name="Google Shape;1964;p4"/>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4"/>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4"/>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67" name="Google Shape;1967;p4"/>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sp>
        <p:nvSpPr>
          <p:cNvPr id="1968" name="Google Shape;1968;p4"/>
          <p:cNvSpPr txBox="1"/>
          <p:nvPr/>
        </p:nvSpPr>
        <p:spPr>
          <a:xfrm>
            <a:off x="1435575" y="676075"/>
            <a:ext cx="6325800" cy="35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chemeClr val="dk1"/>
                </a:solidFill>
                <a:latin typeface="Lexend Light"/>
                <a:ea typeface="Lexend Light"/>
                <a:cs typeface="Lexend Light"/>
                <a:sym typeface="Lexend Light"/>
              </a:rPr>
              <a:t>Motivation | Background | Previous Research</a:t>
            </a:r>
            <a:endParaRPr b="0" i="0" sz="2300" u="none" cap="none" strike="noStrike">
              <a:solidFill>
                <a:schemeClr val="dk1"/>
              </a:solidFill>
              <a:latin typeface="Lexend Light"/>
              <a:ea typeface="Lexend Light"/>
              <a:cs typeface="Lexend Light"/>
              <a:sym typeface="Lexend Light"/>
            </a:endParaRPr>
          </a:p>
        </p:txBody>
      </p:sp>
      <p:sp>
        <p:nvSpPr>
          <p:cNvPr id="1969" name="Google Shape;1969;p4"/>
          <p:cNvSpPr txBox="1"/>
          <p:nvPr/>
        </p:nvSpPr>
        <p:spPr>
          <a:xfrm>
            <a:off x="1165350" y="1740000"/>
            <a:ext cx="6813300" cy="270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We chose this topic because of how prevalent it is in the world today. We’ve all be subject to this form of attack. </a:t>
            </a:r>
            <a:endParaRPr b="0" i="0" sz="1100" u="none" cap="none" strike="noStrike">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Lexend Light"/>
                <a:ea typeface="Lexend Light"/>
                <a:cs typeface="Lexend Light"/>
                <a:sym typeface="Lexend Light"/>
              </a:rPr>
              <a:t>Ex: A suspicious email, a phone call about extending your cars warranty. </a:t>
            </a:r>
            <a:endParaRPr b="0" i="0" sz="11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exend Light"/>
              <a:ea typeface="Lexend Light"/>
              <a:cs typeface="Lexend Light"/>
              <a:sym typeface="Lexend Light"/>
            </a:endParaRPr>
          </a:p>
          <a:p>
            <a:pPr indent="-298450" lvl="0" marL="4572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Phishing is </a:t>
            </a:r>
            <a:r>
              <a:rPr b="1" i="0" lang="en" sz="1100" u="none" cap="none" strike="noStrike">
                <a:solidFill>
                  <a:schemeClr val="dk1"/>
                </a:solidFill>
                <a:latin typeface="Lexend"/>
                <a:ea typeface="Lexend"/>
                <a:cs typeface="Lexend"/>
                <a:sym typeface="Lexend"/>
              </a:rPr>
              <a:t>dangerous</a:t>
            </a:r>
            <a:r>
              <a:rPr b="0" i="0" lang="en" sz="1100" u="none" cap="none" strike="noStrike">
                <a:solidFill>
                  <a:schemeClr val="dk1"/>
                </a:solidFill>
                <a:latin typeface="Lexend Light"/>
                <a:ea typeface="Lexend Light"/>
                <a:cs typeface="Lexend Light"/>
                <a:sym typeface="Lexend Light"/>
              </a:rPr>
              <a:t>! It targets people through social engineering, the most vulnerable of which are those not well informed on the attack.</a:t>
            </a:r>
            <a:endParaRPr b="0" i="0" sz="11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exend Light"/>
              <a:ea typeface="Lexend Light"/>
              <a:cs typeface="Lexend Light"/>
              <a:sym typeface="Lexend Light"/>
            </a:endParaRPr>
          </a:p>
          <a:p>
            <a:pPr indent="-298450" lvl="0" marL="4572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In 2010, Jason Hong's, "The State of Phishing Attacks", summarized phishing techniques into different categories: </a:t>
            </a:r>
            <a:endParaRPr b="0" i="0" sz="1100" u="none" cap="none" strike="noStrike">
              <a:solidFill>
                <a:schemeClr val="dk1"/>
              </a:solidFill>
              <a:latin typeface="Lexend Light"/>
              <a:ea typeface="Lexend Light"/>
              <a:cs typeface="Lexend Light"/>
              <a:sym typeface="Lexend Light"/>
            </a:endParaRPr>
          </a:p>
          <a:p>
            <a:pPr indent="-298450" lvl="1" marL="9144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Spear phishing</a:t>
            </a:r>
            <a:endParaRPr b="0" i="0" sz="1100" u="none" cap="none" strike="noStrike">
              <a:solidFill>
                <a:schemeClr val="dk1"/>
              </a:solidFill>
              <a:latin typeface="Lexend Light"/>
              <a:ea typeface="Lexend Light"/>
              <a:cs typeface="Lexend Light"/>
              <a:sym typeface="Lexend Light"/>
            </a:endParaRPr>
          </a:p>
          <a:p>
            <a:pPr indent="-298450" lvl="1" marL="9144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Whaling</a:t>
            </a:r>
            <a:endParaRPr b="0" i="0" sz="1100" u="none" cap="none" strike="noStrike">
              <a:solidFill>
                <a:schemeClr val="dk1"/>
              </a:solidFill>
              <a:latin typeface="Lexend Light"/>
              <a:ea typeface="Lexend Light"/>
              <a:cs typeface="Lexend Light"/>
              <a:sym typeface="Lexend Light"/>
            </a:endParaRPr>
          </a:p>
          <a:p>
            <a:pPr indent="-298450" lvl="1" marL="9144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Clone phishing</a:t>
            </a:r>
            <a:endParaRPr b="0" i="0" sz="11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exend Light"/>
              <a:ea typeface="Lexend Light"/>
              <a:cs typeface="Lexend Light"/>
              <a:sym typeface="Lexend Light"/>
            </a:endParaRPr>
          </a:p>
          <a:p>
            <a:pPr indent="-298450" lvl="0" marL="457200" marR="0" rtl="0" algn="l">
              <a:lnSpc>
                <a:spcPct val="100000"/>
              </a:lnSpc>
              <a:spcBef>
                <a:spcPts val="0"/>
              </a:spcBef>
              <a:spcAft>
                <a:spcPts val="0"/>
              </a:spcAft>
              <a:buClr>
                <a:schemeClr val="dk1"/>
              </a:buClr>
              <a:buSzPts val="1100"/>
              <a:buFont typeface="Lexend Light"/>
              <a:buChar char="●"/>
            </a:pPr>
            <a:r>
              <a:rPr b="0" i="0" lang="en" sz="1100" u="none" cap="none" strike="noStrike">
                <a:solidFill>
                  <a:schemeClr val="dk1"/>
                </a:solidFill>
                <a:latin typeface="Lexend Light"/>
                <a:ea typeface="Lexend Light"/>
                <a:cs typeface="Lexend Light"/>
                <a:sym typeface="Lexend Light"/>
              </a:rPr>
              <a:t>Studies show that multi-factor authentication reduces the success of phishing attacks by over 90%.</a:t>
            </a:r>
            <a:endParaRPr b="0" i="0" sz="11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Lexend Light"/>
              <a:ea typeface="Lexend Light"/>
              <a:cs typeface="Lexend Light"/>
              <a:sym typeface="Lexend Light"/>
            </a:endParaRPr>
          </a:p>
        </p:txBody>
      </p:sp>
      <p:sp>
        <p:nvSpPr>
          <p:cNvPr id="1970" name="Google Shape;1970;p4"/>
          <p:cNvSpPr/>
          <p:nvPr/>
        </p:nvSpPr>
        <p:spPr>
          <a:xfrm flipH="1">
            <a:off x="543173" y="3935077"/>
            <a:ext cx="1140774" cy="603032"/>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1" name="Google Shape;1971;p4"/>
          <p:cNvSpPr txBox="1"/>
          <p:nvPr/>
        </p:nvSpPr>
        <p:spPr>
          <a:xfrm>
            <a:off x="686063" y="3970000"/>
            <a:ext cx="959700" cy="20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Lexend"/>
                <a:ea typeface="Lexend"/>
                <a:cs typeface="Lexend"/>
                <a:sym typeface="Lexend"/>
              </a:rPr>
              <a:t>Research</a:t>
            </a:r>
            <a:endParaRPr b="1" i="0" sz="1200" u="none" cap="none" strike="noStrike">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5" name="Shape 1975"/>
        <p:cNvGrpSpPr/>
        <p:nvPr/>
      </p:nvGrpSpPr>
      <p:grpSpPr>
        <a:xfrm>
          <a:off x="0" y="0"/>
          <a:ext cx="0" cy="0"/>
          <a:chOff x="0" y="0"/>
          <a:chExt cx="0" cy="0"/>
        </a:xfrm>
      </p:grpSpPr>
      <p:sp>
        <p:nvSpPr>
          <p:cNvPr id="1976" name="Google Shape;1976;p5"/>
          <p:cNvSpPr/>
          <p:nvPr/>
        </p:nvSpPr>
        <p:spPr>
          <a:xfrm>
            <a:off x="357200" y="945601"/>
            <a:ext cx="8437500" cy="39309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p5"/>
          <p:cNvSpPr/>
          <p:nvPr/>
        </p:nvSpPr>
        <p:spPr>
          <a:xfrm>
            <a:off x="3545325" y="1323150"/>
            <a:ext cx="2248500" cy="3175800"/>
          </a:xfrm>
          <a:prstGeom prst="roundRect">
            <a:avLst>
              <a:gd fmla="val 4721"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p5"/>
          <p:cNvSpPr/>
          <p:nvPr/>
        </p:nvSpPr>
        <p:spPr>
          <a:xfrm>
            <a:off x="6130100" y="1323150"/>
            <a:ext cx="2248500" cy="3175800"/>
          </a:xfrm>
          <a:prstGeom prst="roundRect">
            <a:avLst>
              <a:gd fmla="val 472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p5"/>
          <p:cNvSpPr/>
          <p:nvPr/>
        </p:nvSpPr>
        <p:spPr>
          <a:xfrm>
            <a:off x="960550" y="1323150"/>
            <a:ext cx="2248500" cy="3175800"/>
          </a:xfrm>
          <a:prstGeom prst="roundRect">
            <a:avLst>
              <a:gd fmla="val 4721"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80" name="Google Shape;1980;p5"/>
          <p:cNvGrpSpPr/>
          <p:nvPr/>
        </p:nvGrpSpPr>
        <p:grpSpPr>
          <a:xfrm>
            <a:off x="407300" y="1050300"/>
            <a:ext cx="277873" cy="68400"/>
            <a:chOff x="520925" y="1460325"/>
            <a:chExt cx="277873" cy="68400"/>
          </a:xfrm>
        </p:grpSpPr>
        <p:sp>
          <p:nvSpPr>
            <p:cNvPr id="1981" name="Google Shape;1981;p5"/>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p5"/>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5"/>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84" name="Google Shape;1984;p5"/>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a:p>
        </p:txBody>
      </p:sp>
      <p:sp>
        <p:nvSpPr>
          <p:cNvPr id="1985" name="Google Shape;1985;p5"/>
          <p:cNvSpPr txBox="1"/>
          <p:nvPr>
            <p:ph type="title"/>
          </p:nvPr>
        </p:nvSpPr>
        <p:spPr>
          <a:xfrm>
            <a:off x="167325" y="372900"/>
            <a:ext cx="40287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2800"/>
              <a:t>Continued …</a:t>
            </a:r>
            <a:endParaRPr sz="2800"/>
          </a:p>
        </p:txBody>
      </p:sp>
      <p:sp>
        <p:nvSpPr>
          <p:cNvPr id="1986" name="Google Shape;1986;p5"/>
          <p:cNvSpPr txBox="1"/>
          <p:nvPr/>
        </p:nvSpPr>
        <p:spPr>
          <a:xfrm>
            <a:off x="1000650" y="3079925"/>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Spear Phishing</a:t>
            </a:r>
            <a:endParaRPr b="0" i="0" sz="1800" u="none" cap="none" strike="noStrike">
              <a:solidFill>
                <a:schemeClr val="dk1"/>
              </a:solidFill>
              <a:latin typeface="Lexend Medium"/>
              <a:ea typeface="Lexend Medium"/>
              <a:cs typeface="Lexend Medium"/>
              <a:sym typeface="Lexend Medium"/>
            </a:endParaRPr>
          </a:p>
        </p:txBody>
      </p:sp>
      <p:sp>
        <p:nvSpPr>
          <p:cNvPr id="1987" name="Google Shape;1987;p5"/>
          <p:cNvSpPr txBox="1"/>
          <p:nvPr/>
        </p:nvSpPr>
        <p:spPr>
          <a:xfrm>
            <a:off x="3545325" y="3079913"/>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Whaling</a:t>
            </a:r>
            <a:endParaRPr b="0" i="0" sz="1800" u="none" cap="none" strike="noStrike">
              <a:solidFill>
                <a:schemeClr val="dk1"/>
              </a:solidFill>
              <a:latin typeface="Lexend Medium"/>
              <a:ea typeface="Lexend Medium"/>
              <a:cs typeface="Lexend Medium"/>
              <a:sym typeface="Lexend Medium"/>
            </a:endParaRPr>
          </a:p>
        </p:txBody>
      </p:sp>
      <p:sp>
        <p:nvSpPr>
          <p:cNvPr id="1988" name="Google Shape;1988;p5"/>
          <p:cNvSpPr txBox="1"/>
          <p:nvPr/>
        </p:nvSpPr>
        <p:spPr>
          <a:xfrm>
            <a:off x="6130100" y="3079925"/>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Clone Phishing</a:t>
            </a:r>
            <a:endParaRPr b="0" i="0" sz="1800" u="none" cap="none" strike="noStrike">
              <a:solidFill>
                <a:schemeClr val="dk1"/>
              </a:solidFill>
              <a:latin typeface="Lexend Medium"/>
              <a:ea typeface="Lexend Medium"/>
              <a:cs typeface="Lexend Medium"/>
              <a:sym typeface="Lexend Medium"/>
            </a:endParaRPr>
          </a:p>
        </p:txBody>
      </p:sp>
      <p:sp>
        <p:nvSpPr>
          <p:cNvPr id="1989" name="Google Shape;1989;p5"/>
          <p:cNvSpPr txBox="1"/>
          <p:nvPr/>
        </p:nvSpPr>
        <p:spPr>
          <a:xfrm>
            <a:off x="1117300" y="3541625"/>
            <a:ext cx="19350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exend Light"/>
                <a:ea typeface="Lexend Light"/>
                <a:cs typeface="Lexend Light"/>
                <a:sym typeface="Lexend Light"/>
              </a:rPr>
              <a:t>A type of phishing campaign that targets a specific person or group and often will include information known to be of interest to the target, such as current events or financial documents.</a:t>
            </a:r>
            <a:endParaRPr b="0" i="0" sz="800" u="none" cap="none" strike="noStrike">
              <a:solidFill>
                <a:schemeClr val="dk1"/>
              </a:solidFill>
              <a:latin typeface="Lexend Light"/>
              <a:ea typeface="Lexend Light"/>
              <a:cs typeface="Lexend Light"/>
              <a:sym typeface="Lexend Light"/>
            </a:endParaRPr>
          </a:p>
        </p:txBody>
      </p:sp>
      <p:sp>
        <p:nvSpPr>
          <p:cNvPr id="1990" name="Google Shape;1990;p5"/>
          <p:cNvSpPr txBox="1"/>
          <p:nvPr/>
        </p:nvSpPr>
        <p:spPr>
          <a:xfrm>
            <a:off x="3702075" y="3541625"/>
            <a:ext cx="19350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exend Light"/>
                <a:ea typeface="Lexend Light"/>
                <a:cs typeface="Lexend Light"/>
                <a:sym typeface="Lexend Light"/>
              </a:rPr>
              <a:t>Whaling is a common cyber attack that occurs when an attacker utilizes spear phishing methods to go after a large, high-profile target, such as executives.</a:t>
            </a:r>
            <a:endParaRPr b="0" i="0" sz="800" u="none" cap="none" strike="noStrike">
              <a:solidFill>
                <a:schemeClr val="dk1"/>
              </a:solidFill>
              <a:latin typeface="Lexend Light"/>
              <a:ea typeface="Lexend Light"/>
              <a:cs typeface="Lexend Light"/>
              <a:sym typeface="Lexend Light"/>
            </a:endParaRPr>
          </a:p>
        </p:txBody>
      </p:sp>
      <p:sp>
        <p:nvSpPr>
          <p:cNvPr id="1991" name="Google Shape;1991;p5"/>
          <p:cNvSpPr txBox="1"/>
          <p:nvPr/>
        </p:nvSpPr>
        <p:spPr>
          <a:xfrm>
            <a:off x="6286850" y="3541625"/>
            <a:ext cx="19350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Lexend Light"/>
                <a:ea typeface="Lexend Light"/>
                <a:cs typeface="Lexend Light"/>
                <a:sym typeface="Lexend Light"/>
              </a:rPr>
              <a:t>Clone phishing is a newer type of email-based threat where attackers clone a real email message and resend it pretending to be the original sender. Any attachments are replaced with malware.</a:t>
            </a:r>
            <a:endParaRPr b="0" i="0" sz="800" u="none" cap="none" strike="noStrike">
              <a:solidFill>
                <a:schemeClr val="dk1"/>
              </a:solidFill>
              <a:latin typeface="Lexend Light"/>
              <a:ea typeface="Lexend Light"/>
              <a:cs typeface="Lexend Light"/>
              <a:sym typeface="Lexend Light"/>
            </a:endParaRPr>
          </a:p>
        </p:txBody>
      </p:sp>
      <p:grpSp>
        <p:nvGrpSpPr>
          <p:cNvPr id="1992" name="Google Shape;1992;p5"/>
          <p:cNvGrpSpPr/>
          <p:nvPr/>
        </p:nvGrpSpPr>
        <p:grpSpPr>
          <a:xfrm>
            <a:off x="4196123" y="1932294"/>
            <a:ext cx="946911" cy="966699"/>
            <a:chOff x="1438774" y="3590059"/>
            <a:chExt cx="946911" cy="966699"/>
          </a:xfrm>
        </p:grpSpPr>
        <p:grpSp>
          <p:nvGrpSpPr>
            <p:cNvPr id="1993" name="Google Shape;1993;p5"/>
            <p:cNvGrpSpPr/>
            <p:nvPr/>
          </p:nvGrpSpPr>
          <p:grpSpPr>
            <a:xfrm>
              <a:off x="1438774" y="3590059"/>
              <a:ext cx="946911" cy="966699"/>
              <a:chOff x="3707828" y="340487"/>
              <a:chExt cx="1276160" cy="1302829"/>
            </a:xfrm>
          </p:grpSpPr>
          <p:grpSp>
            <p:nvGrpSpPr>
              <p:cNvPr id="1994" name="Google Shape;1994;p5"/>
              <p:cNvGrpSpPr/>
              <p:nvPr/>
            </p:nvGrpSpPr>
            <p:grpSpPr>
              <a:xfrm>
                <a:off x="3707828" y="340487"/>
                <a:ext cx="1276160" cy="1302829"/>
                <a:chOff x="3707828" y="340487"/>
                <a:chExt cx="1276160" cy="1302829"/>
              </a:xfrm>
            </p:grpSpPr>
            <p:sp>
              <p:nvSpPr>
                <p:cNvPr id="1995" name="Google Shape;1995;p5"/>
                <p:cNvSpPr/>
                <p:nvPr/>
              </p:nvSpPr>
              <p:spPr>
                <a:xfrm>
                  <a:off x="3707828" y="340487"/>
                  <a:ext cx="1269809" cy="1296479"/>
                </a:xfrm>
                <a:custGeom>
                  <a:rect b="b" l="l" r="r" t="t"/>
                  <a:pathLst>
                    <a:path extrusionOk="0" h="1296479" w="1269809">
                      <a:moveTo>
                        <a:pt x="0" y="0"/>
                      </a:moveTo>
                      <a:lnTo>
                        <a:pt x="1269809" y="0"/>
                      </a:lnTo>
                      <a:lnTo>
                        <a:pt x="1269809"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6" name="Google Shape;1996;p5"/>
                <p:cNvSpPr/>
                <p:nvPr/>
              </p:nvSpPr>
              <p:spPr>
                <a:xfrm>
                  <a:off x="497763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7" name="Google Shape;1997;p5"/>
                <p:cNvSpPr/>
                <p:nvPr/>
              </p:nvSpPr>
              <p:spPr>
                <a:xfrm>
                  <a:off x="389242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8" name="Google Shape;1998;p5"/>
                <p:cNvSpPr/>
                <p:nvPr/>
              </p:nvSpPr>
              <p:spPr>
                <a:xfrm>
                  <a:off x="407701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9" name="Google Shape;1999;p5"/>
                <p:cNvSpPr/>
                <p:nvPr/>
              </p:nvSpPr>
              <p:spPr>
                <a:xfrm>
                  <a:off x="426154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0" name="Google Shape;2000;p5"/>
                <p:cNvSpPr/>
                <p:nvPr/>
              </p:nvSpPr>
              <p:spPr>
                <a:xfrm>
                  <a:off x="444614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1" name="Google Shape;2001;p5"/>
                <p:cNvSpPr/>
                <p:nvPr/>
              </p:nvSpPr>
              <p:spPr>
                <a:xfrm>
                  <a:off x="463073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2" name="Google Shape;2002;p5"/>
                <p:cNvSpPr/>
                <p:nvPr/>
              </p:nvSpPr>
              <p:spPr>
                <a:xfrm>
                  <a:off x="481526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3" name="Google Shape;2003;p5"/>
                <p:cNvSpPr/>
                <p:nvPr/>
              </p:nvSpPr>
              <p:spPr>
                <a:xfrm>
                  <a:off x="3707828"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4" name="Google Shape;2004;p5"/>
                <p:cNvSpPr/>
                <p:nvPr/>
              </p:nvSpPr>
              <p:spPr>
                <a:xfrm>
                  <a:off x="3707828"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5" name="Google Shape;2005;p5"/>
                <p:cNvSpPr/>
                <p:nvPr/>
              </p:nvSpPr>
              <p:spPr>
                <a:xfrm>
                  <a:off x="3707828"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6" name="Google Shape;2006;p5"/>
                <p:cNvSpPr/>
                <p:nvPr/>
              </p:nvSpPr>
              <p:spPr>
                <a:xfrm>
                  <a:off x="3707828"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7" name="Google Shape;2007;p5"/>
                <p:cNvSpPr/>
                <p:nvPr/>
              </p:nvSpPr>
              <p:spPr>
                <a:xfrm>
                  <a:off x="3707828"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8" name="Google Shape;2008;p5"/>
                <p:cNvSpPr/>
                <p:nvPr/>
              </p:nvSpPr>
              <p:spPr>
                <a:xfrm>
                  <a:off x="3707828"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9" name="Google Shape;2009;p5"/>
                <p:cNvSpPr/>
                <p:nvPr/>
              </p:nvSpPr>
              <p:spPr>
                <a:xfrm>
                  <a:off x="3707828"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0" name="Google Shape;2010;p5"/>
                <p:cNvSpPr/>
                <p:nvPr/>
              </p:nvSpPr>
              <p:spPr>
                <a:xfrm>
                  <a:off x="3707828"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11" name="Google Shape;2011;p5"/>
              <p:cNvSpPr/>
              <p:nvPr/>
            </p:nvSpPr>
            <p:spPr>
              <a:xfrm>
                <a:off x="4260913" y="525653"/>
                <a:ext cx="185229" cy="185229"/>
              </a:xfrm>
              <a:custGeom>
                <a:rect b="b" l="l" r="r" t="t"/>
                <a:pathLst>
                  <a:path extrusionOk="0" h="185229" w="185229">
                    <a:moveTo>
                      <a:pt x="0" y="0"/>
                    </a:moveTo>
                    <a:lnTo>
                      <a:pt x="185229" y="0"/>
                    </a:lnTo>
                    <a:lnTo>
                      <a:pt x="185229"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012" name="Google Shape;2012;p5"/>
            <p:cNvGrpSpPr/>
            <p:nvPr/>
          </p:nvGrpSpPr>
          <p:grpSpPr>
            <a:xfrm>
              <a:off x="1712541" y="3729479"/>
              <a:ext cx="497389" cy="685349"/>
              <a:chOff x="1712541" y="3729479"/>
              <a:chExt cx="497389" cy="685349"/>
            </a:xfrm>
          </p:grpSpPr>
          <p:sp>
            <p:nvSpPr>
              <p:cNvPr id="2013" name="Google Shape;2013;p5"/>
              <p:cNvSpPr/>
              <p:nvPr/>
            </p:nvSpPr>
            <p:spPr>
              <a:xfrm>
                <a:off x="1712541" y="3729479"/>
                <a:ext cx="497389" cy="685349"/>
              </a:xfrm>
              <a:custGeom>
                <a:rect b="b" l="l" r="r" t="t"/>
                <a:pathLst>
                  <a:path extrusionOk="0" h="926147" w="672147">
                    <a:moveTo>
                      <a:pt x="0" y="926084"/>
                    </a:moveTo>
                    <a:lnTo>
                      <a:pt x="0" y="0"/>
                    </a:lnTo>
                    <a:lnTo>
                      <a:pt x="149161" y="0"/>
                    </a:lnTo>
                    <a:lnTo>
                      <a:pt x="149161" y="331026"/>
                    </a:lnTo>
                    <a:lnTo>
                      <a:pt x="223711" y="331026"/>
                    </a:lnTo>
                    <a:lnTo>
                      <a:pt x="223711" y="264986"/>
                    </a:lnTo>
                    <a:lnTo>
                      <a:pt x="523049" y="264986"/>
                    </a:lnTo>
                    <a:lnTo>
                      <a:pt x="523049" y="331026"/>
                    </a:lnTo>
                    <a:lnTo>
                      <a:pt x="597598" y="331026"/>
                    </a:lnTo>
                    <a:lnTo>
                      <a:pt x="597598" y="397066"/>
                    </a:lnTo>
                    <a:lnTo>
                      <a:pt x="672148" y="397066"/>
                    </a:lnTo>
                    <a:lnTo>
                      <a:pt x="672148" y="794068"/>
                    </a:lnTo>
                    <a:lnTo>
                      <a:pt x="597598" y="794068"/>
                    </a:lnTo>
                    <a:lnTo>
                      <a:pt x="597598" y="860108"/>
                    </a:lnTo>
                    <a:lnTo>
                      <a:pt x="523049" y="860108"/>
                    </a:lnTo>
                    <a:lnTo>
                      <a:pt x="523049" y="926148"/>
                    </a:lnTo>
                    <a:lnTo>
                      <a:pt x="223711" y="926148"/>
                    </a:lnTo>
                    <a:lnTo>
                      <a:pt x="223711" y="860108"/>
                    </a:lnTo>
                    <a:lnTo>
                      <a:pt x="149161" y="860108"/>
                    </a:lnTo>
                    <a:lnTo>
                      <a:pt x="149161" y="926148"/>
                    </a:lnTo>
                    <a:lnTo>
                      <a:pt x="0" y="926148"/>
                    </a:lnTo>
                    <a:close/>
                    <a:moveTo>
                      <a:pt x="447992" y="794068"/>
                    </a:moveTo>
                    <a:lnTo>
                      <a:pt x="447992" y="728027"/>
                    </a:lnTo>
                    <a:lnTo>
                      <a:pt x="523113" y="728027"/>
                    </a:lnTo>
                    <a:lnTo>
                      <a:pt x="523113" y="463042"/>
                    </a:lnTo>
                    <a:lnTo>
                      <a:pt x="447992" y="463042"/>
                    </a:lnTo>
                    <a:lnTo>
                      <a:pt x="447992" y="397002"/>
                    </a:lnTo>
                    <a:lnTo>
                      <a:pt x="223711" y="397002"/>
                    </a:lnTo>
                    <a:lnTo>
                      <a:pt x="223711" y="463042"/>
                    </a:lnTo>
                    <a:lnTo>
                      <a:pt x="149161" y="463042"/>
                    </a:lnTo>
                    <a:lnTo>
                      <a:pt x="149161" y="728027"/>
                    </a:lnTo>
                    <a:lnTo>
                      <a:pt x="223711" y="728027"/>
                    </a:lnTo>
                    <a:lnTo>
                      <a:pt x="223711" y="794068"/>
                    </a:lnTo>
                    <a:lnTo>
                      <a:pt x="447992" y="79406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4" name="Google Shape;2014;p5"/>
              <p:cNvSpPr/>
              <p:nvPr/>
            </p:nvSpPr>
            <p:spPr>
              <a:xfrm>
                <a:off x="2049409" y="3974898"/>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5" name="Google Shape;2015;p5"/>
              <p:cNvSpPr/>
              <p:nvPr/>
            </p:nvSpPr>
            <p:spPr>
              <a:xfrm>
                <a:off x="1744815" y="3729480"/>
                <a:ext cx="104364" cy="685302"/>
              </a:xfrm>
              <a:custGeom>
                <a:rect b="b" l="l" r="r" t="t"/>
                <a:pathLst>
                  <a:path extrusionOk="0" h="926084" w="141033">
                    <a:moveTo>
                      <a:pt x="0" y="0"/>
                    </a:moveTo>
                    <a:lnTo>
                      <a:pt x="141034" y="0"/>
                    </a:lnTo>
                    <a:lnTo>
                      <a:pt x="141034" y="926084"/>
                    </a:lnTo>
                    <a:lnTo>
                      <a:pt x="0" y="92608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6" name="Google Shape;2016;p5"/>
              <p:cNvSpPr/>
              <p:nvPr/>
            </p:nvSpPr>
            <p:spPr>
              <a:xfrm>
                <a:off x="2049409" y="4269457"/>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017" name="Google Shape;2017;p5"/>
          <p:cNvGrpSpPr/>
          <p:nvPr/>
        </p:nvGrpSpPr>
        <p:grpSpPr>
          <a:xfrm>
            <a:off x="1611347" y="1932307"/>
            <a:ext cx="946911" cy="966699"/>
            <a:chOff x="151447" y="3590017"/>
            <a:chExt cx="946911" cy="966699"/>
          </a:xfrm>
        </p:grpSpPr>
        <p:grpSp>
          <p:nvGrpSpPr>
            <p:cNvPr id="2018" name="Google Shape;2018;p5"/>
            <p:cNvGrpSpPr/>
            <p:nvPr/>
          </p:nvGrpSpPr>
          <p:grpSpPr>
            <a:xfrm>
              <a:off x="151447" y="3590017"/>
              <a:ext cx="946911" cy="966699"/>
              <a:chOff x="373316" y="340487"/>
              <a:chExt cx="1276160" cy="1302829"/>
            </a:xfrm>
          </p:grpSpPr>
          <p:sp>
            <p:nvSpPr>
              <p:cNvPr id="2019" name="Google Shape;2019;p5"/>
              <p:cNvSpPr/>
              <p:nvPr/>
            </p:nvSpPr>
            <p:spPr>
              <a:xfrm>
                <a:off x="373316"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dk2"/>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0" name="Google Shape;2020;p5"/>
              <p:cNvSpPr/>
              <p:nvPr/>
            </p:nvSpPr>
            <p:spPr>
              <a:xfrm>
                <a:off x="164312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1" name="Google Shape;2021;p5"/>
              <p:cNvSpPr/>
              <p:nvPr/>
            </p:nvSpPr>
            <p:spPr>
              <a:xfrm>
                <a:off x="55791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2" name="Google Shape;2022;p5"/>
              <p:cNvSpPr/>
              <p:nvPr/>
            </p:nvSpPr>
            <p:spPr>
              <a:xfrm>
                <a:off x="74250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3" name="Google Shape;2023;p5"/>
              <p:cNvSpPr/>
              <p:nvPr/>
            </p:nvSpPr>
            <p:spPr>
              <a:xfrm>
                <a:off x="92710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4" name="Google Shape;2024;p5"/>
              <p:cNvSpPr/>
              <p:nvPr/>
            </p:nvSpPr>
            <p:spPr>
              <a:xfrm>
                <a:off x="111163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5" name="Google Shape;2025;p5"/>
              <p:cNvSpPr/>
              <p:nvPr/>
            </p:nvSpPr>
            <p:spPr>
              <a:xfrm>
                <a:off x="129622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6" name="Google Shape;2026;p5"/>
              <p:cNvSpPr/>
              <p:nvPr/>
            </p:nvSpPr>
            <p:spPr>
              <a:xfrm>
                <a:off x="148082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7" name="Google Shape;2027;p5"/>
              <p:cNvSpPr/>
              <p:nvPr/>
            </p:nvSpPr>
            <p:spPr>
              <a:xfrm>
                <a:off x="373316"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8" name="Google Shape;2028;p5"/>
              <p:cNvSpPr/>
              <p:nvPr/>
            </p:nvSpPr>
            <p:spPr>
              <a:xfrm>
                <a:off x="373316"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9" name="Google Shape;2029;p5"/>
              <p:cNvSpPr/>
              <p:nvPr/>
            </p:nvSpPr>
            <p:spPr>
              <a:xfrm>
                <a:off x="373316"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0" name="Google Shape;2030;p5"/>
              <p:cNvSpPr/>
              <p:nvPr/>
            </p:nvSpPr>
            <p:spPr>
              <a:xfrm>
                <a:off x="373316"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1" name="Google Shape;2031;p5"/>
              <p:cNvSpPr/>
              <p:nvPr/>
            </p:nvSpPr>
            <p:spPr>
              <a:xfrm>
                <a:off x="373316"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2" name="Google Shape;2032;p5"/>
              <p:cNvSpPr/>
              <p:nvPr/>
            </p:nvSpPr>
            <p:spPr>
              <a:xfrm>
                <a:off x="373316"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3" name="Google Shape;2033;p5"/>
              <p:cNvSpPr/>
              <p:nvPr/>
            </p:nvSpPr>
            <p:spPr>
              <a:xfrm>
                <a:off x="373316"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4" name="Google Shape;2034;p5"/>
              <p:cNvSpPr/>
              <p:nvPr/>
            </p:nvSpPr>
            <p:spPr>
              <a:xfrm>
                <a:off x="373316"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035" name="Google Shape;2035;p5"/>
            <p:cNvGrpSpPr/>
            <p:nvPr/>
          </p:nvGrpSpPr>
          <p:grpSpPr>
            <a:xfrm>
              <a:off x="288463" y="3729601"/>
              <a:ext cx="685212" cy="687570"/>
              <a:chOff x="288463" y="3729601"/>
              <a:chExt cx="685212" cy="687570"/>
            </a:xfrm>
          </p:grpSpPr>
          <p:sp>
            <p:nvSpPr>
              <p:cNvPr id="2036" name="Google Shape;2036;p5"/>
              <p:cNvSpPr/>
              <p:nvPr/>
            </p:nvSpPr>
            <p:spPr>
              <a:xfrm>
                <a:off x="288463" y="3729601"/>
                <a:ext cx="685212" cy="687570"/>
              </a:xfrm>
              <a:custGeom>
                <a:rect b="b" l="l" r="r" t="t"/>
                <a:pathLst>
                  <a:path extrusionOk="0" h="926020" w="922845">
                    <a:moveTo>
                      <a:pt x="204724" y="925894"/>
                    </a:moveTo>
                    <a:lnTo>
                      <a:pt x="204724" y="833438"/>
                    </a:lnTo>
                    <a:lnTo>
                      <a:pt x="102362" y="833438"/>
                    </a:lnTo>
                    <a:lnTo>
                      <a:pt x="102362" y="740982"/>
                    </a:lnTo>
                    <a:lnTo>
                      <a:pt x="0" y="740982"/>
                    </a:lnTo>
                    <a:lnTo>
                      <a:pt x="0" y="555371"/>
                    </a:lnTo>
                    <a:lnTo>
                      <a:pt x="102362" y="555371"/>
                    </a:lnTo>
                    <a:lnTo>
                      <a:pt x="102362" y="462915"/>
                    </a:lnTo>
                    <a:lnTo>
                      <a:pt x="307150" y="462915"/>
                    </a:lnTo>
                    <a:lnTo>
                      <a:pt x="307150" y="370459"/>
                    </a:lnTo>
                    <a:lnTo>
                      <a:pt x="718122" y="370459"/>
                    </a:lnTo>
                    <a:lnTo>
                      <a:pt x="718122" y="277368"/>
                    </a:lnTo>
                    <a:lnTo>
                      <a:pt x="615061" y="277368"/>
                    </a:lnTo>
                    <a:lnTo>
                      <a:pt x="615061" y="184912"/>
                    </a:lnTo>
                    <a:lnTo>
                      <a:pt x="307213" y="184912"/>
                    </a:lnTo>
                    <a:lnTo>
                      <a:pt x="307213" y="277368"/>
                    </a:lnTo>
                    <a:lnTo>
                      <a:pt x="63" y="277368"/>
                    </a:lnTo>
                    <a:lnTo>
                      <a:pt x="63" y="184912"/>
                    </a:lnTo>
                    <a:lnTo>
                      <a:pt x="102425" y="184912"/>
                    </a:lnTo>
                    <a:lnTo>
                      <a:pt x="102425" y="92456"/>
                    </a:lnTo>
                    <a:lnTo>
                      <a:pt x="204788" y="92456"/>
                    </a:lnTo>
                    <a:lnTo>
                      <a:pt x="204788" y="0"/>
                    </a:lnTo>
                    <a:lnTo>
                      <a:pt x="718122" y="0"/>
                    </a:lnTo>
                    <a:lnTo>
                      <a:pt x="718122" y="92456"/>
                    </a:lnTo>
                    <a:lnTo>
                      <a:pt x="820484" y="92456"/>
                    </a:lnTo>
                    <a:lnTo>
                      <a:pt x="820484" y="184912"/>
                    </a:lnTo>
                    <a:lnTo>
                      <a:pt x="922845" y="184912"/>
                    </a:lnTo>
                    <a:lnTo>
                      <a:pt x="922845" y="926021"/>
                    </a:lnTo>
                    <a:lnTo>
                      <a:pt x="718058" y="926021"/>
                    </a:lnTo>
                    <a:lnTo>
                      <a:pt x="718058" y="833565"/>
                    </a:lnTo>
                    <a:lnTo>
                      <a:pt x="614998" y="833565"/>
                    </a:lnTo>
                    <a:lnTo>
                      <a:pt x="614998" y="926021"/>
                    </a:lnTo>
                    <a:lnTo>
                      <a:pt x="204724" y="926021"/>
                    </a:lnTo>
                    <a:close/>
                    <a:moveTo>
                      <a:pt x="614998" y="740918"/>
                    </a:moveTo>
                    <a:lnTo>
                      <a:pt x="614998" y="648462"/>
                    </a:lnTo>
                    <a:lnTo>
                      <a:pt x="718058" y="648462"/>
                    </a:lnTo>
                    <a:lnTo>
                      <a:pt x="718058" y="462852"/>
                    </a:lnTo>
                    <a:lnTo>
                      <a:pt x="614998" y="462852"/>
                    </a:lnTo>
                    <a:lnTo>
                      <a:pt x="614998" y="555308"/>
                    </a:lnTo>
                    <a:lnTo>
                      <a:pt x="255968" y="555308"/>
                    </a:lnTo>
                    <a:lnTo>
                      <a:pt x="255968" y="740918"/>
                    </a:lnTo>
                    <a:lnTo>
                      <a:pt x="614998" y="74091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7" name="Google Shape;2037;p5"/>
              <p:cNvSpPr/>
              <p:nvPr/>
            </p:nvSpPr>
            <p:spPr>
              <a:xfrm>
                <a:off x="425385" y="4318234"/>
                <a:ext cx="250690" cy="98446"/>
              </a:xfrm>
              <a:custGeom>
                <a:rect b="b" l="l" r="r" t="t"/>
                <a:pathLst>
                  <a:path extrusionOk="0" h="132587" w="337629">
                    <a:moveTo>
                      <a:pt x="0" y="0"/>
                    </a:moveTo>
                    <a:lnTo>
                      <a:pt x="337630" y="0"/>
                    </a:lnTo>
                    <a:lnTo>
                      <a:pt x="337630"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8" name="Google Shape;2038;p5"/>
              <p:cNvSpPr/>
              <p:nvPr/>
            </p:nvSpPr>
            <p:spPr>
              <a:xfrm>
                <a:off x="722694" y="4043401"/>
                <a:ext cx="250690" cy="98446"/>
              </a:xfrm>
              <a:custGeom>
                <a:rect b="b" l="l" r="r" t="t"/>
                <a:pathLst>
                  <a:path extrusionOk="0" h="132587" w="337629">
                    <a:moveTo>
                      <a:pt x="0" y="0"/>
                    </a:moveTo>
                    <a:lnTo>
                      <a:pt x="337629" y="0"/>
                    </a:lnTo>
                    <a:lnTo>
                      <a:pt x="337629"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039" name="Google Shape;2039;p5"/>
          <p:cNvGrpSpPr/>
          <p:nvPr/>
        </p:nvGrpSpPr>
        <p:grpSpPr>
          <a:xfrm>
            <a:off x="6780898" y="1932294"/>
            <a:ext cx="946911" cy="966699"/>
            <a:chOff x="2725798" y="3590032"/>
            <a:chExt cx="946911" cy="966699"/>
          </a:xfrm>
        </p:grpSpPr>
        <p:grpSp>
          <p:nvGrpSpPr>
            <p:cNvPr id="2040" name="Google Shape;2040;p5"/>
            <p:cNvGrpSpPr/>
            <p:nvPr/>
          </p:nvGrpSpPr>
          <p:grpSpPr>
            <a:xfrm>
              <a:off x="2725798" y="3590032"/>
              <a:ext cx="946911" cy="966699"/>
              <a:chOff x="2040572" y="340487"/>
              <a:chExt cx="1276160" cy="1302829"/>
            </a:xfrm>
          </p:grpSpPr>
          <p:grpSp>
            <p:nvGrpSpPr>
              <p:cNvPr id="2041" name="Google Shape;2041;p5"/>
              <p:cNvGrpSpPr/>
              <p:nvPr/>
            </p:nvGrpSpPr>
            <p:grpSpPr>
              <a:xfrm>
                <a:off x="2040572" y="340487"/>
                <a:ext cx="1276160" cy="1302829"/>
                <a:chOff x="2040572" y="340487"/>
                <a:chExt cx="1276160" cy="1302829"/>
              </a:xfrm>
            </p:grpSpPr>
            <p:sp>
              <p:nvSpPr>
                <p:cNvPr id="2042" name="Google Shape;2042;p5"/>
                <p:cNvSpPr/>
                <p:nvPr/>
              </p:nvSpPr>
              <p:spPr>
                <a:xfrm>
                  <a:off x="2040572"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3" name="Google Shape;2043;p5"/>
                <p:cNvSpPr/>
                <p:nvPr/>
              </p:nvSpPr>
              <p:spPr>
                <a:xfrm>
                  <a:off x="331038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4" name="Google Shape;2044;p5"/>
                <p:cNvSpPr/>
                <p:nvPr/>
              </p:nvSpPr>
              <p:spPr>
                <a:xfrm>
                  <a:off x="222516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5" name="Google Shape;2045;p5"/>
                <p:cNvSpPr/>
                <p:nvPr/>
              </p:nvSpPr>
              <p:spPr>
                <a:xfrm>
                  <a:off x="240976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6" name="Google Shape;2046;p5"/>
                <p:cNvSpPr/>
                <p:nvPr/>
              </p:nvSpPr>
              <p:spPr>
                <a:xfrm>
                  <a:off x="259429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7" name="Google Shape;2047;p5"/>
                <p:cNvSpPr/>
                <p:nvPr/>
              </p:nvSpPr>
              <p:spPr>
                <a:xfrm>
                  <a:off x="277888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8" name="Google Shape;2048;p5"/>
                <p:cNvSpPr/>
                <p:nvPr/>
              </p:nvSpPr>
              <p:spPr>
                <a:xfrm>
                  <a:off x="296348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9" name="Google Shape;2049;p5"/>
                <p:cNvSpPr/>
                <p:nvPr/>
              </p:nvSpPr>
              <p:spPr>
                <a:xfrm>
                  <a:off x="314807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0" name="Google Shape;2050;p5"/>
                <p:cNvSpPr/>
                <p:nvPr/>
              </p:nvSpPr>
              <p:spPr>
                <a:xfrm>
                  <a:off x="2040572"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1" name="Google Shape;2051;p5"/>
                <p:cNvSpPr/>
                <p:nvPr/>
              </p:nvSpPr>
              <p:spPr>
                <a:xfrm>
                  <a:off x="2040572"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2" name="Google Shape;2052;p5"/>
                <p:cNvSpPr/>
                <p:nvPr/>
              </p:nvSpPr>
              <p:spPr>
                <a:xfrm>
                  <a:off x="2040572"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3" name="Google Shape;2053;p5"/>
                <p:cNvSpPr/>
                <p:nvPr/>
              </p:nvSpPr>
              <p:spPr>
                <a:xfrm>
                  <a:off x="2040572"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4" name="Google Shape;2054;p5"/>
                <p:cNvSpPr/>
                <p:nvPr/>
              </p:nvSpPr>
              <p:spPr>
                <a:xfrm>
                  <a:off x="2040572"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5" name="Google Shape;2055;p5"/>
                <p:cNvSpPr/>
                <p:nvPr/>
              </p:nvSpPr>
              <p:spPr>
                <a:xfrm>
                  <a:off x="2040572"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6" name="Google Shape;2056;p5"/>
                <p:cNvSpPr/>
                <p:nvPr/>
              </p:nvSpPr>
              <p:spPr>
                <a:xfrm>
                  <a:off x="2040572"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7" name="Google Shape;2057;p5"/>
                <p:cNvSpPr/>
                <p:nvPr/>
              </p:nvSpPr>
              <p:spPr>
                <a:xfrm>
                  <a:off x="2040572"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58" name="Google Shape;2058;p5"/>
              <p:cNvSpPr/>
              <p:nvPr/>
            </p:nvSpPr>
            <p:spPr>
              <a:xfrm>
                <a:off x="2593657" y="525653"/>
                <a:ext cx="185229" cy="185229"/>
              </a:xfrm>
              <a:custGeom>
                <a:rect b="b" l="l" r="r" t="t"/>
                <a:pathLst>
                  <a:path extrusionOk="0" h="185229" w="185229">
                    <a:moveTo>
                      <a:pt x="0" y="0"/>
                    </a:moveTo>
                    <a:lnTo>
                      <a:pt x="185230" y="0"/>
                    </a:lnTo>
                    <a:lnTo>
                      <a:pt x="185230"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59" name="Google Shape;2059;p5"/>
            <p:cNvSpPr/>
            <p:nvPr/>
          </p:nvSpPr>
          <p:spPr>
            <a:xfrm>
              <a:off x="2862815" y="3729522"/>
              <a:ext cx="618874" cy="687570"/>
            </a:xfrm>
            <a:custGeom>
              <a:rect b="b" l="l" r="r" t="t"/>
              <a:pathLst>
                <a:path extrusionOk="0" h="926020" w="833501">
                  <a:moveTo>
                    <a:pt x="184912" y="926020"/>
                  </a:moveTo>
                  <a:lnTo>
                    <a:pt x="184912" y="833565"/>
                  </a:lnTo>
                  <a:lnTo>
                    <a:pt x="92456" y="833565"/>
                  </a:lnTo>
                  <a:lnTo>
                    <a:pt x="92456" y="741109"/>
                  </a:lnTo>
                  <a:lnTo>
                    <a:pt x="0" y="741109"/>
                  </a:lnTo>
                  <a:lnTo>
                    <a:pt x="0" y="184912"/>
                  </a:lnTo>
                  <a:lnTo>
                    <a:pt x="92456" y="184912"/>
                  </a:lnTo>
                  <a:lnTo>
                    <a:pt x="92456" y="92456"/>
                  </a:lnTo>
                  <a:lnTo>
                    <a:pt x="184912" y="92456"/>
                  </a:lnTo>
                  <a:lnTo>
                    <a:pt x="184912" y="0"/>
                  </a:lnTo>
                  <a:lnTo>
                    <a:pt x="648589" y="0"/>
                  </a:lnTo>
                  <a:lnTo>
                    <a:pt x="648589" y="92456"/>
                  </a:lnTo>
                  <a:lnTo>
                    <a:pt x="741045" y="92456"/>
                  </a:lnTo>
                  <a:lnTo>
                    <a:pt x="741045" y="184912"/>
                  </a:lnTo>
                  <a:lnTo>
                    <a:pt x="833501" y="184912"/>
                  </a:lnTo>
                  <a:lnTo>
                    <a:pt x="833501" y="370523"/>
                  </a:lnTo>
                  <a:lnTo>
                    <a:pt x="648526" y="370523"/>
                  </a:lnTo>
                  <a:lnTo>
                    <a:pt x="648526" y="277432"/>
                  </a:lnTo>
                  <a:lnTo>
                    <a:pt x="555435" y="277432"/>
                  </a:lnTo>
                  <a:lnTo>
                    <a:pt x="555435" y="184975"/>
                  </a:lnTo>
                  <a:lnTo>
                    <a:pt x="277368" y="184975"/>
                  </a:lnTo>
                  <a:lnTo>
                    <a:pt x="277368" y="277432"/>
                  </a:lnTo>
                  <a:lnTo>
                    <a:pt x="184912" y="277432"/>
                  </a:lnTo>
                  <a:lnTo>
                    <a:pt x="184912" y="648589"/>
                  </a:lnTo>
                  <a:lnTo>
                    <a:pt x="277368" y="648589"/>
                  </a:lnTo>
                  <a:lnTo>
                    <a:pt x="277368" y="741045"/>
                  </a:lnTo>
                  <a:lnTo>
                    <a:pt x="555435" y="741045"/>
                  </a:lnTo>
                  <a:lnTo>
                    <a:pt x="555435" y="648589"/>
                  </a:lnTo>
                  <a:lnTo>
                    <a:pt x="648526" y="648589"/>
                  </a:lnTo>
                  <a:lnTo>
                    <a:pt x="648526" y="555498"/>
                  </a:lnTo>
                  <a:lnTo>
                    <a:pt x="833501" y="555498"/>
                  </a:lnTo>
                  <a:lnTo>
                    <a:pt x="833501" y="741109"/>
                  </a:lnTo>
                  <a:lnTo>
                    <a:pt x="741045" y="741109"/>
                  </a:lnTo>
                  <a:lnTo>
                    <a:pt x="741045" y="833565"/>
                  </a:lnTo>
                  <a:lnTo>
                    <a:pt x="648589" y="833565"/>
                  </a:lnTo>
                  <a:lnTo>
                    <a:pt x="648589" y="926020"/>
                  </a:lnTo>
                  <a:lnTo>
                    <a:pt x="184912" y="92602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3" name="Shape 2063"/>
        <p:cNvGrpSpPr/>
        <p:nvPr/>
      </p:nvGrpSpPr>
      <p:grpSpPr>
        <a:xfrm>
          <a:off x="0" y="0"/>
          <a:ext cx="0" cy="0"/>
          <a:chOff x="0" y="0"/>
          <a:chExt cx="0" cy="0"/>
        </a:xfrm>
      </p:grpSpPr>
      <p:sp>
        <p:nvSpPr>
          <p:cNvPr id="2064" name="Google Shape;2064;p6"/>
          <p:cNvSpPr/>
          <p:nvPr/>
        </p:nvSpPr>
        <p:spPr>
          <a:xfrm>
            <a:off x="351825" y="1295375"/>
            <a:ext cx="4106700" cy="36174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65" name="Google Shape;2065;p6"/>
          <p:cNvGrpSpPr/>
          <p:nvPr/>
        </p:nvGrpSpPr>
        <p:grpSpPr>
          <a:xfrm>
            <a:off x="456750" y="1395257"/>
            <a:ext cx="277873" cy="68400"/>
            <a:chOff x="411700" y="2420932"/>
            <a:chExt cx="277873" cy="68400"/>
          </a:xfrm>
        </p:grpSpPr>
        <p:sp>
          <p:nvSpPr>
            <p:cNvPr id="2066" name="Google Shape;2066;p6"/>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7" name="Google Shape;2067;p6"/>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8" name="Google Shape;2068;p6"/>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69" name="Google Shape;2069;p6"/>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pic>
        <p:nvPicPr>
          <p:cNvPr id="2070" name="Google Shape;2070;p6"/>
          <p:cNvPicPr preferRelativeResize="0"/>
          <p:nvPr/>
        </p:nvPicPr>
        <p:blipFill rotWithShape="1">
          <a:blip r:embed="rId3">
            <a:alphaModFix/>
          </a:blip>
          <a:srcRect b="9033" l="0" r="0" t="0"/>
          <a:stretch/>
        </p:blipFill>
        <p:spPr>
          <a:xfrm>
            <a:off x="5567950" y="1279425"/>
            <a:ext cx="2925425" cy="3617400"/>
          </a:xfrm>
          <a:prstGeom prst="rect">
            <a:avLst/>
          </a:prstGeom>
          <a:noFill/>
          <a:ln>
            <a:noFill/>
          </a:ln>
        </p:spPr>
      </p:pic>
      <p:sp>
        <p:nvSpPr>
          <p:cNvPr id="2071" name="Google Shape;2071;p6"/>
          <p:cNvSpPr txBox="1"/>
          <p:nvPr>
            <p:ph type="title"/>
          </p:nvPr>
        </p:nvSpPr>
        <p:spPr>
          <a:xfrm>
            <a:off x="209775" y="468575"/>
            <a:ext cx="73401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a:t>Problem</a:t>
            </a:r>
            <a:endParaRPr>
              <a:solidFill>
                <a:schemeClr val="lt1"/>
              </a:solidFill>
            </a:endParaRPr>
          </a:p>
        </p:txBody>
      </p:sp>
      <p:grpSp>
        <p:nvGrpSpPr>
          <p:cNvPr id="2072" name="Google Shape;2072;p6"/>
          <p:cNvGrpSpPr/>
          <p:nvPr/>
        </p:nvGrpSpPr>
        <p:grpSpPr>
          <a:xfrm>
            <a:off x="2903325" y="486838"/>
            <a:ext cx="3313405" cy="1014989"/>
            <a:chOff x="3055725" y="715438"/>
            <a:chExt cx="3313405" cy="1014989"/>
          </a:xfrm>
        </p:grpSpPr>
        <p:grpSp>
          <p:nvGrpSpPr>
            <p:cNvPr id="2073" name="Google Shape;2073;p6"/>
            <p:cNvGrpSpPr/>
            <p:nvPr/>
          </p:nvGrpSpPr>
          <p:grpSpPr>
            <a:xfrm>
              <a:off x="3055725" y="715438"/>
              <a:ext cx="3103050" cy="786500"/>
              <a:chOff x="3007925" y="673613"/>
              <a:chExt cx="3103050" cy="786500"/>
            </a:xfrm>
          </p:grpSpPr>
          <p:sp>
            <p:nvSpPr>
              <p:cNvPr id="2074" name="Google Shape;2074;p6"/>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chemeClr val="lt1"/>
                    </a:solidFill>
                    <a:latin typeface="Lexend"/>
                    <a:ea typeface="Lexend"/>
                    <a:cs typeface="Lexend"/>
                    <a:sym typeface="Lexend"/>
                  </a:rPr>
                  <a:t>Identification</a:t>
                </a:r>
                <a:endParaRPr b="0" i="0" sz="3200" u="none" cap="none" strike="noStrike">
                  <a:solidFill>
                    <a:schemeClr val="lt1"/>
                  </a:solidFill>
                  <a:latin typeface="Lexend"/>
                  <a:ea typeface="Lexend"/>
                  <a:cs typeface="Lexend"/>
                  <a:sym typeface="Lexend"/>
                </a:endParaRPr>
              </a:p>
            </p:txBody>
          </p:sp>
          <p:sp>
            <p:nvSpPr>
              <p:cNvPr id="2075" name="Google Shape;2075;p6"/>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p6"/>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7" name="Google Shape;2077;p6"/>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p6"/>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grpSp>
        <p:sp>
          <p:nvSpPr>
            <p:cNvPr id="2079" name="Google Shape;2079;p6"/>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sm" w="sm" type="none"/>
              <a:tailEnd len="sm" w="sm" type="none"/>
            </a:ln>
          </p:spPr>
        </p:sp>
      </p:grpSp>
      <p:sp>
        <p:nvSpPr>
          <p:cNvPr id="2080" name="Google Shape;2080;p6"/>
          <p:cNvSpPr txBox="1"/>
          <p:nvPr/>
        </p:nvSpPr>
        <p:spPr>
          <a:xfrm>
            <a:off x="456750" y="1540725"/>
            <a:ext cx="3816600" cy="318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Project Goals:</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For this project we will be simulating a phishing attack. </a:t>
            </a: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We aim to implement this cyber attack in hopes to teach the dangers as well as how to protect yourself against it.</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Expected Outcomes:</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We anticipate successfully</a:t>
            </a:r>
            <a:r>
              <a:rPr lang="en" sz="1200">
                <a:solidFill>
                  <a:schemeClr val="dk1"/>
                </a:solidFill>
                <a:latin typeface="Lexend Light"/>
                <a:ea typeface="Lexend Light"/>
                <a:cs typeface="Lexend Light"/>
                <a:sym typeface="Lexend Light"/>
              </a:rPr>
              <a:t> blocking </a:t>
            </a:r>
            <a:r>
              <a:rPr b="0" i="0" lang="en" sz="1200" u="none" cap="none" strike="noStrike">
                <a:solidFill>
                  <a:schemeClr val="dk1"/>
                </a:solidFill>
                <a:latin typeface="Lexend Light"/>
                <a:ea typeface="Lexend Light"/>
                <a:cs typeface="Lexend Light"/>
                <a:sym typeface="Lexend Light"/>
              </a:rPr>
              <a:t>phishing attempts on our victim.</a:t>
            </a:r>
            <a:endParaRPr b="0" i="0" sz="1200" u="none" cap="none" strike="noStrike">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b="0" i="0" lang="en" sz="1200" u="none" cap="none" strike="noStrike">
                <a:solidFill>
                  <a:schemeClr val="dk1"/>
                </a:solidFill>
                <a:latin typeface="Lexend Light"/>
                <a:ea typeface="Lexend Light"/>
                <a:cs typeface="Lexend Light"/>
                <a:sym typeface="Lexend Light"/>
              </a:rPr>
              <a:t>Success will be measured by our ability to </a:t>
            </a:r>
            <a:r>
              <a:rPr lang="en" sz="1200">
                <a:solidFill>
                  <a:schemeClr val="dk1"/>
                </a:solidFill>
                <a:latin typeface="Lexend Light"/>
                <a:ea typeface="Lexend Light"/>
                <a:cs typeface="Lexend Light"/>
                <a:sym typeface="Lexend Light"/>
              </a:rPr>
              <a:t>protect</a:t>
            </a:r>
            <a:r>
              <a:rPr b="0" i="0" lang="en" sz="1200" u="none" cap="none" strike="noStrike">
                <a:solidFill>
                  <a:schemeClr val="dk1"/>
                </a:solidFill>
                <a:latin typeface="Lexend Light"/>
                <a:ea typeface="Lexend Light"/>
                <a:cs typeface="Lexend Light"/>
                <a:sym typeface="Lexend Light"/>
              </a:rPr>
              <a:t> the victim </a:t>
            </a:r>
            <a:r>
              <a:rPr lang="en" sz="1200">
                <a:solidFill>
                  <a:schemeClr val="dk1"/>
                </a:solidFill>
                <a:latin typeface="Lexend Light"/>
                <a:ea typeface="Lexend Light"/>
                <a:cs typeface="Lexend Light"/>
                <a:sym typeface="Lexend Light"/>
              </a:rPr>
              <a:t>and have the process be automated for them</a:t>
            </a:r>
            <a:r>
              <a:rPr b="0" i="0" lang="en" sz="1200" u="none" cap="none" strike="noStrike">
                <a:solidFill>
                  <a:schemeClr val="dk1"/>
                </a:solidFill>
                <a:latin typeface="Lexend Light"/>
                <a:ea typeface="Lexend Light"/>
                <a:cs typeface="Lexend Light"/>
                <a:sym typeface="Lexend Light"/>
              </a:rPr>
              <a:t>.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Lexend Light"/>
              <a:ea typeface="Lexend Light"/>
              <a:cs typeface="Lexend Light"/>
              <a:sym typeface="Lexend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4" name="Shape 2084"/>
        <p:cNvGrpSpPr/>
        <p:nvPr/>
      </p:nvGrpSpPr>
      <p:grpSpPr>
        <a:xfrm>
          <a:off x="0" y="0"/>
          <a:ext cx="0" cy="0"/>
          <a:chOff x="0" y="0"/>
          <a:chExt cx="0" cy="0"/>
        </a:xfrm>
      </p:grpSpPr>
      <p:grpSp>
        <p:nvGrpSpPr>
          <p:cNvPr id="2085" name="Google Shape;2085;p7"/>
          <p:cNvGrpSpPr/>
          <p:nvPr/>
        </p:nvGrpSpPr>
        <p:grpSpPr>
          <a:xfrm>
            <a:off x="2903325" y="486838"/>
            <a:ext cx="3313405" cy="1014989"/>
            <a:chOff x="3055725" y="715438"/>
            <a:chExt cx="3313405" cy="1014989"/>
          </a:xfrm>
        </p:grpSpPr>
        <p:grpSp>
          <p:nvGrpSpPr>
            <p:cNvPr id="2086" name="Google Shape;2086;p7"/>
            <p:cNvGrpSpPr/>
            <p:nvPr/>
          </p:nvGrpSpPr>
          <p:grpSpPr>
            <a:xfrm>
              <a:off x="3055725" y="715438"/>
              <a:ext cx="3103050" cy="786500"/>
              <a:chOff x="3007925" y="673613"/>
              <a:chExt cx="3103050" cy="786500"/>
            </a:xfrm>
          </p:grpSpPr>
          <p:sp>
            <p:nvSpPr>
              <p:cNvPr id="2087" name="Google Shape;2087;p7"/>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88" name="Google Shape;2088;p7"/>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9" name="Google Shape;2089;p7"/>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0" name="Google Shape;2090;p7"/>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p7"/>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grpSp>
        <p:sp>
          <p:nvSpPr>
            <p:cNvPr id="2092" name="Google Shape;2092;p7"/>
            <p:cNvSpPr/>
            <p:nvPr/>
          </p:nvSpPr>
          <p:spPr>
            <a:xfrm rot="-2281323">
              <a:off x="6037771" y="1389972"/>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sm" w="sm" type="none"/>
              <a:tailEnd len="sm" w="sm" type="none"/>
            </a:ln>
          </p:spPr>
        </p:sp>
      </p:grpSp>
      <p:sp>
        <p:nvSpPr>
          <p:cNvPr id="2093" name="Google Shape;2093;p7"/>
          <p:cNvSpPr/>
          <p:nvPr/>
        </p:nvSpPr>
        <p:spPr>
          <a:xfrm>
            <a:off x="209775" y="1539750"/>
            <a:ext cx="4063500" cy="33999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0" i="0" sz="1200" u="none" cap="none" strike="noStrike">
              <a:solidFill>
                <a:srgbClr val="000000"/>
              </a:solidFill>
              <a:latin typeface="Arial"/>
              <a:ea typeface="Arial"/>
              <a:cs typeface="Arial"/>
              <a:sym typeface="Arial"/>
            </a:endParaRPr>
          </a:p>
        </p:txBody>
      </p:sp>
      <p:grpSp>
        <p:nvGrpSpPr>
          <p:cNvPr id="2094" name="Google Shape;2094;p7"/>
          <p:cNvGrpSpPr/>
          <p:nvPr/>
        </p:nvGrpSpPr>
        <p:grpSpPr>
          <a:xfrm>
            <a:off x="317625" y="1660820"/>
            <a:ext cx="277873" cy="68400"/>
            <a:chOff x="5202525" y="2420932"/>
            <a:chExt cx="277873" cy="68400"/>
          </a:xfrm>
        </p:grpSpPr>
        <p:sp>
          <p:nvSpPr>
            <p:cNvPr id="2095" name="Google Shape;2095;p7"/>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6" name="Google Shape;2096;p7"/>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7" name="Google Shape;2097;p7"/>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98" name="Google Shape;2098;p7"/>
          <p:cNvSpPr/>
          <p:nvPr/>
        </p:nvSpPr>
        <p:spPr>
          <a:xfrm>
            <a:off x="4966125" y="1539750"/>
            <a:ext cx="4063500" cy="28317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99" name="Google Shape;2099;p7"/>
          <p:cNvGrpSpPr/>
          <p:nvPr/>
        </p:nvGrpSpPr>
        <p:grpSpPr>
          <a:xfrm>
            <a:off x="5036300" y="1641082"/>
            <a:ext cx="277873" cy="68400"/>
            <a:chOff x="411700" y="2420932"/>
            <a:chExt cx="277873" cy="68400"/>
          </a:xfrm>
        </p:grpSpPr>
        <p:sp>
          <p:nvSpPr>
            <p:cNvPr id="2100" name="Google Shape;2100;p7"/>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1" name="Google Shape;2101;p7"/>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2" name="Google Shape;2102;p7"/>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03" name="Google Shape;2103;p7"/>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sp>
        <p:nvSpPr>
          <p:cNvPr id="2104" name="Google Shape;2104;p7"/>
          <p:cNvSpPr/>
          <p:nvPr/>
        </p:nvSpPr>
        <p:spPr>
          <a:xfrm>
            <a:off x="626203" y="1395255"/>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2400">
                <a:solidFill>
                  <a:schemeClr val="dk1"/>
                </a:solidFill>
                <a:latin typeface="Lexend"/>
                <a:ea typeface="Lexend"/>
                <a:cs typeface="Lexend"/>
                <a:sym typeface="Lexend"/>
              </a:rPr>
              <a:t>Program</a:t>
            </a:r>
            <a:endParaRPr b="0" i="0" sz="2400" u="none" cap="none" strike="noStrike">
              <a:solidFill>
                <a:schemeClr val="dk1"/>
              </a:solidFill>
              <a:latin typeface="Lexend"/>
              <a:ea typeface="Lexend"/>
              <a:cs typeface="Lexend"/>
              <a:sym typeface="Lexend"/>
            </a:endParaRPr>
          </a:p>
        </p:txBody>
      </p:sp>
      <p:sp>
        <p:nvSpPr>
          <p:cNvPr id="2105" name="Google Shape;2105;p7"/>
          <p:cNvSpPr txBox="1"/>
          <p:nvPr>
            <p:ph idx="4" type="subTitle"/>
          </p:nvPr>
        </p:nvSpPr>
        <p:spPr>
          <a:xfrm>
            <a:off x="5141025" y="1768350"/>
            <a:ext cx="3736200" cy="77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latin typeface="Lexend"/>
              <a:ea typeface="Lexend"/>
              <a:cs typeface="Lexend"/>
              <a:sym typeface="Lexend"/>
            </a:endParaRPr>
          </a:p>
          <a:p>
            <a:pPr indent="0" lvl="0" marL="0" rtl="0" algn="l">
              <a:lnSpc>
                <a:spcPct val="115000"/>
              </a:lnSpc>
              <a:spcBef>
                <a:spcPts val="0"/>
              </a:spcBef>
              <a:spcAft>
                <a:spcPts val="0"/>
              </a:spcAft>
              <a:buNone/>
            </a:pPr>
            <a:r>
              <a:t/>
            </a:r>
            <a:endParaRPr sz="1200">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2106" name="Google Shape;2106;p7"/>
          <p:cNvSpPr txBox="1"/>
          <p:nvPr>
            <p:ph type="title"/>
          </p:nvPr>
        </p:nvSpPr>
        <p:spPr>
          <a:xfrm>
            <a:off x="209775" y="468575"/>
            <a:ext cx="73401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4600"/>
              <a:t>Technical</a:t>
            </a:r>
            <a:r>
              <a:rPr lang="en"/>
              <a:t> </a:t>
            </a:r>
            <a:r>
              <a:rPr lang="en" sz="4600">
                <a:solidFill>
                  <a:schemeClr val="lt1"/>
                </a:solidFill>
              </a:rPr>
              <a:t>Approach</a:t>
            </a:r>
            <a:endParaRPr sz="4600">
              <a:solidFill>
                <a:schemeClr val="lt1"/>
              </a:solidFill>
            </a:endParaRPr>
          </a:p>
        </p:txBody>
      </p:sp>
      <p:sp>
        <p:nvSpPr>
          <p:cNvPr id="2107" name="Google Shape;2107;p7"/>
          <p:cNvSpPr txBox="1"/>
          <p:nvPr/>
        </p:nvSpPr>
        <p:spPr>
          <a:xfrm>
            <a:off x="5125925" y="1847050"/>
            <a:ext cx="3736200" cy="16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Lexend Light"/>
                <a:ea typeface="Lexend Light"/>
                <a:cs typeface="Lexend Light"/>
                <a:sym typeface="Lexend Light"/>
              </a:rPr>
              <a:t>NLTK:</a:t>
            </a:r>
            <a:endParaRPr sz="12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200">
              <a:solidFill>
                <a:schemeClr val="dk1"/>
              </a:solidFill>
              <a:latin typeface="Lexend Light"/>
              <a:ea typeface="Lexend Light"/>
              <a:cs typeface="Lexend Light"/>
              <a:sym typeface="Lexend Light"/>
            </a:endParaRPr>
          </a:p>
          <a:p>
            <a:pPr indent="-304800" lvl="0" marL="457200" rtl="0" algn="l">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Handled the natural language cleanup and transformation, making the email content usable for training and prediction by the machine learning model.</a:t>
            </a:r>
            <a:endParaRPr sz="12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200">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sz="1200">
                <a:solidFill>
                  <a:schemeClr val="dk1"/>
                </a:solidFill>
                <a:latin typeface="Lexend Light"/>
                <a:ea typeface="Lexend Light"/>
                <a:cs typeface="Lexend Light"/>
                <a:sym typeface="Lexend Light"/>
              </a:rPr>
              <a:t>SCIKIT Learner:</a:t>
            </a:r>
            <a:endParaRPr sz="12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200">
              <a:solidFill>
                <a:schemeClr val="dk1"/>
              </a:solidFill>
              <a:latin typeface="Lexend Light"/>
              <a:ea typeface="Lexend Light"/>
              <a:cs typeface="Lexend Light"/>
              <a:sym typeface="Lexend Light"/>
            </a:endParaRPr>
          </a:p>
          <a:p>
            <a:pPr indent="-304800" lvl="0" marL="457200" rtl="0" algn="l">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Provided the tools to convert text into data and trained the program to check emails with confidence.</a:t>
            </a:r>
            <a:endParaRPr sz="1200">
              <a:solidFill>
                <a:schemeClr val="dk1"/>
              </a:solidFill>
              <a:latin typeface="Lexend Light"/>
              <a:ea typeface="Lexend Light"/>
              <a:cs typeface="Lexend Light"/>
              <a:sym typeface="Lexend Light"/>
            </a:endParaRPr>
          </a:p>
        </p:txBody>
      </p:sp>
      <p:sp>
        <p:nvSpPr>
          <p:cNvPr id="2108" name="Google Shape;2108;p7"/>
          <p:cNvSpPr txBox="1"/>
          <p:nvPr/>
        </p:nvSpPr>
        <p:spPr>
          <a:xfrm>
            <a:off x="324825" y="1768350"/>
            <a:ext cx="3833400" cy="28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1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We developed a program using Natural Language </a:t>
            </a:r>
            <a:r>
              <a:rPr lang="en" sz="900">
                <a:solidFill>
                  <a:schemeClr val="dk1"/>
                </a:solidFill>
                <a:latin typeface="Lexend Light"/>
                <a:ea typeface="Lexend Light"/>
                <a:cs typeface="Lexend Light"/>
                <a:sym typeface="Lexend Light"/>
              </a:rPr>
              <a:t>Toolkit</a:t>
            </a:r>
            <a:r>
              <a:rPr lang="en" sz="900">
                <a:solidFill>
                  <a:schemeClr val="dk1"/>
                </a:solidFill>
                <a:latin typeface="Lexend Light"/>
                <a:ea typeface="Lexend Light"/>
                <a:cs typeface="Lexend Light"/>
                <a:sym typeface="Lexend Light"/>
              </a:rPr>
              <a:t> (NLTK) and scikit-learn to detect and eliminate phishing emails. First we extract the text from the body of each email and convert it into a string.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NLTK is used to preprocess the text ensuring the data is suitable for analysis.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A dataset of previous spam and regular emails were then used to train the program with scikit-learn. </a:t>
            </a:r>
            <a:endParaRPr sz="9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Once trained, the model analyzes incoming email text to determine whether it is spam or not, and gives a confidence score each time.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If an email is identified as phishing, the program automatically detects and deletes it.</a:t>
            </a:r>
            <a:endParaRPr sz="900">
              <a:solidFill>
                <a:schemeClr val="dk1"/>
              </a:solidFill>
              <a:latin typeface="Lexend Light"/>
              <a:ea typeface="Lexend Light"/>
              <a:cs typeface="Lexend Light"/>
              <a:sym typeface="Lexend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grpSp>
        <p:nvGrpSpPr>
          <p:cNvPr id="2113" name="Google Shape;2113;g354e8260f09_0_3"/>
          <p:cNvGrpSpPr/>
          <p:nvPr/>
        </p:nvGrpSpPr>
        <p:grpSpPr>
          <a:xfrm>
            <a:off x="2903325" y="486838"/>
            <a:ext cx="3313410" cy="1014985"/>
            <a:chOff x="3055725" y="715438"/>
            <a:chExt cx="3313410" cy="1014985"/>
          </a:xfrm>
        </p:grpSpPr>
        <p:grpSp>
          <p:nvGrpSpPr>
            <p:cNvPr id="2114" name="Google Shape;2114;g354e8260f09_0_3"/>
            <p:cNvGrpSpPr/>
            <p:nvPr/>
          </p:nvGrpSpPr>
          <p:grpSpPr>
            <a:xfrm>
              <a:off x="3055725" y="715438"/>
              <a:ext cx="3103050" cy="786500"/>
              <a:chOff x="3007925" y="673613"/>
              <a:chExt cx="3103050" cy="786500"/>
            </a:xfrm>
          </p:grpSpPr>
          <p:sp>
            <p:nvSpPr>
              <p:cNvPr id="2115" name="Google Shape;2115;g354e8260f09_0_3"/>
              <p:cNvSpPr/>
              <p:nvPr/>
            </p:nvSpPr>
            <p:spPr>
              <a:xfrm>
                <a:off x="3077725" y="721550"/>
                <a:ext cx="2973300" cy="678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116" name="Google Shape;2116;g354e8260f09_0_3"/>
              <p:cNvSpPr/>
              <p:nvPr/>
            </p:nvSpPr>
            <p:spPr>
              <a:xfrm>
                <a:off x="300792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7" name="Google Shape;2117;g354e8260f09_0_3"/>
              <p:cNvSpPr/>
              <p:nvPr/>
            </p:nvSpPr>
            <p:spPr>
              <a:xfrm>
                <a:off x="5973275" y="6736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8" name="Google Shape;2118;g354e8260f09_0_3"/>
              <p:cNvSpPr/>
              <p:nvPr/>
            </p:nvSpPr>
            <p:spPr>
              <a:xfrm>
                <a:off x="5973275" y="1321013"/>
                <a:ext cx="137700" cy="1377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g354e8260f09_0_3"/>
              <p:cNvSpPr/>
              <p:nvPr/>
            </p:nvSpPr>
            <p:spPr>
              <a:xfrm>
                <a:off x="3007925" y="1311913"/>
                <a:ext cx="137700" cy="1482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p:txBody>
          </p:sp>
        </p:grpSp>
        <p:sp>
          <p:nvSpPr>
            <p:cNvPr id="2120" name="Google Shape;2120;g354e8260f09_0_3"/>
            <p:cNvSpPr/>
            <p:nvPr/>
          </p:nvSpPr>
          <p:spPr>
            <a:xfrm rot="-2281323">
              <a:off x="6037773" y="1389970"/>
              <a:ext cx="271725" cy="287249"/>
            </a:xfrm>
            <a:custGeom>
              <a:rect b="b" l="l" r="r" t="t"/>
              <a:pathLst>
                <a:path extrusionOk="0" h="5504" w="5206">
                  <a:moveTo>
                    <a:pt x="2726" y="0"/>
                  </a:moveTo>
                  <a:lnTo>
                    <a:pt x="0" y="5493"/>
                  </a:lnTo>
                  <a:lnTo>
                    <a:pt x="2591" y="4653"/>
                  </a:lnTo>
                  <a:lnTo>
                    <a:pt x="5206" y="5504"/>
                  </a:lnTo>
                  <a:close/>
                </a:path>
              </a:pathLst>
            </a:custGeom>
            <a:solidFill>
              <a:schemeClr val="lt2"/>
            </a:solidFill>
            <a:ln cap="flat" cmpd="sng" w="9525">
              <a:solidFill>
                <a:schemeClr val="lt1"/>
              </a:solidFill>
              <a:prstDash val="solid"/>
              <a:round/>
              <a:headEnd len="sm" w="sm" type="none"/>
              <a:tailEnd len="sm" w="sm" type="none"/>
            </a:ln>
          </p:spPr>
        </p:sp>
      </p:grpSp>
      <p:sp>
        <p:nvSpPr>
          <p:cNvPr id="2121" name="Google Shape;2121;g354e8260f09_0_3"/>
          <p:cNvSpPr/>
          <p:nvPr/>
        </p:nvSpPr>
        <p:spPr>
          <a:xfrm>
            <a:off x="209775" y="1539750"/>
            <a:ext cx="4063500" cy="2571000"/>
          </a:xfrm>
          <a:prstGeom prst="roundRect">
            <a:avLst>
              <a:gd fmla="val 4803" name="adj"/>
            </a:avLst>
          </a:prstGeom>
          <a:solidFill>
            <a:schemeClr val="lt2"/>
          </a:solidFill>
          <a:ln>
            <a:noFill/>
          </a:ln>
          <a:effectLst>
            <a:outerShdw blurRad="57150" rotWithShape="0" algn="bl" dist="19050">
              <a:srgbClr val="000000">
                <a:alpha val="98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0" i="0" sz="1200" u="none" cap="none" strike="noStrike">
              <a:solidFill>
                <a:srgbClr val="000000"/>
              </a:solidFill>
              <a:latin typeface="Arial"/>
              <a:ea typeface="Arial"/>
              <a:cs typeface="Arial"/>
              <a:sym typeface="Arial"/>
            </a:endParaRPr>
          </a:p>
        </p:txBody>
      </p:sp>
      <p:grpSp>
        <p:nvGrpSpPr>
          <p:cNvPr id="2122" name="Google Shape;2122;g354e8260f09_0_3"/>
          <p:cNvGrpSpPr/>
          <p:nvPr/>
        </p:nvGrpSpPr>
        <p:grpSpPr>
          <a:xfrm>
            <a:off x="317625" y="1660820"/>
            <a:ext cx="277873" cy="68400"/>
            <a:chOff x="5202525" y="2420932"/>
            <a:chExt cx="277873" cy="68400"/>
          </a:xfrm>
        </p:grpSpPr>
        <p:sp>
          <p:nvSpPr>
            <p:cNvPr id="2123" name="Google Shape;2123;g354e8260f09_0_3"/>
            <p:cNvSpPr/>
            <p:nvPr/>
          </p:nvSpPr>
          <p:spPr>
            <a:xfrm>
              <a:off x="5202525"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g354e8260f09_0_3"/>
            <p:cNvSpPr/>
            <p:nvPr/>
          </p:nvSpPr>
          <p:spPr>
            <a:xfrm>
              <a:off x="5307261"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5" name="Google Shape;2125;g354e8260f09_0_3"/>
            <p:cNvSpPr/>
            <p:nvPr/>
          </p:nvSpPr>
          <p:spPr>
            <a:xfrm>
              <a:off x="5411998"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26" name="Google Shape;2126;g354e8260f09_0_3"/>
          <p:cNvSpPr/>
          <p:nvPr/>
        </p:nvSpPr>
        <p:spPr>
          <a:xfrm>
            <a:off x="4966125" y="1539750"/>
            <a:ext cx="4063500" cy="2764800"/>
          </a:xfrm>
          <a:prstGeom prst="roundRect">
            <a:avLst>
              <a:gd fmla="val 4803" name="adj"/>
            </a:avLst>
          </a:prstGeom>
          <a:solidFill>
            <a:schemeClr val="lt2"/>
          </a:solidFill>
          <a:ln>
            <a:noFill/>
          </a:ln>
          <a:effectLst>
            <a:outerShdw blurRad="57150" rotWithShape="0" algn="bl" dist="19050">
              <a:srgbClr val="000000">
                <a:alpha val="98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27" name="Google Shape;2127;g354e8260f09_0_3"/>
          <p:cNvGrpSpPr/>
          <p:nvPr/>
        </p:nvGrpSpPr>
        <p:grpSpPr>
          <a:xfrm>
            <a:off x="5036300" y="1641082"/>
            <a:ext cx="277873" cy="68400"/>
            <a:chOff x="411700" y="2420932"/>
            <a:chExt cx="277873" cy="68400"/>
          </a:xfrm>
        </p:grpSpPr>
        <p:sp>
          <p:nvSpPr>
            <p:cNvPr id="2128" name="Google Shape;2128;g354e8260f09_0_3"/>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9" name="Google Shape;2129;g354e8260f09_0_3"/>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g354e8260f09_0_3"/>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31" name="Google Shape;2131;g354e8260f09_0_3"/>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sp>
        <p:nvSpPr>
          <p:cNvPr id="2132" name="Google Shape;2132;g354e8260f09_0_3"/>
          <p:cNvSpPr/>
          <p:nvPr/>
        </p:nvSpPr>
        <p:spPr>
          <a:xfrm>
            <a:off x="626203" y="1395255"/>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2400">
                <a:solidFill>
                  <a:schemeClr val="dk1"/>
                </a:solidFill>
                <a:latin typeface="Lexend"/>
                <a:ea typeface="Lexend"/>
                <a:cs typeface="Lexend"/>
                <a:sym typeface="Lexend"/>
              </a:rPr>
              <a:t>Website</a:t>
            </a:r>
            <a:endParaRPr b="0" i="0" sz="2400" u="none" cap="none" strike="noStrike">
              <a:solidFill>
                <a:schemeClr val="dk1"/>
              </a:solidFill>
              <a:latin typeface="Lexend"/>
              <a:ea typeface="Lexend"/>
              <a:cs typeface="Lexend"/>
              <a:sym typeface="Lexend"/>
            </a:endParaRPr>
          </a:p>
        </p:txBody>
      </p:sp>
      <p:sp>
        <p:nvSpPr>
          <p:cNvPr id="2133" name="Google Shape;2133;g354e8260f09_0_3"/>
          <p:cNvSpPr txBox="1"/>
          <p:nvPr>
            <p:ph idx="4" type="subTitle"/>
          </p:nvPr>
        </p:nvSpPr>
        <p:spPr>
          <a:xfrm>
            <a:off x="5141025" y="1768350"/>
            <a:ext cx="3736200" cy="77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latin typeface="Lexend"/>
              <a:ea typeface="Lexend"/>
              <a:cs typeface="Lexend"/>
              <a:sym typeface="Lexend"/>
            </a:endParaRPr>
          </a:p>
          <a:p>
            <a:pPr indent="0" lvl="0" marL="0" rtl="0" algn="l">
              <a:lnSpc>
                <a:spcPct val="115000"/>
              </a:lnSpc>
              <a:spcBef>
                <a:spcPts val="0"/>
              </a:spcBef>
              <a:spcAft>
                <a:spcPts val="0"/>
              </a:spcAft>
              <a:buNone/>
            </a:pPr>
            <a:r>
              <a:t/>
            </a:r>
            <a:endParaRPr sz="1200">
              <a:latin typeface="Lexend"/>
              <a:ea typeface="Lexend"/>
              <a:cs typeface="Lexend"/>
              <a:sym typeface="Lexend"/>
            </a:endParaRPr>
          </a:p>
          <a:p>
            <a:pPr indent="0" lvl="0" marL="0" rtl="0" algn="l">
              <a:lnSpc>
                <a:spcPct val="115000"/>
              </a:lnSpc>
              <a:spcBef>
                <a:spcPts val="0"/>
              </a:spcBef>
              <a:spcAft>
                <a:spcPts val="0"/>
              </a:spcAft>
              <a:buSzPts val="1100"/>
              <a:buNone/>
            </a:pPr>
            <a:r>
              <a:t/>
            </a:r>
            <a:endParaRPr sz="1100">
              <a:latin typeface="Arial"/>
              <a:ea typeface="Arial"/>
              <a:cs typeface="Arial"/>
              <a:sym typeface="Arial"/>
            </a:endParaRPr>
          </a:p>
        </p:txBody>
      </p:sp>
      <p:sp>
        <p:nvSpPr>
          <p:cNvPr id="2134" name="Google Shape;2134;g354e8260f09_0_3"/>
          <p:cNvSpPr txBox="1"/>
          <p:nvPr>
            <p:ph type="title"/>
          </p:nvPr>
        </p:nvSpPr>
        <p:spPr>
          <a:xfrm>
            <a:off x="209775" y="468575"/>
            <a:ext cx="86676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4600"/>
              <a:t>Technical</a:t>
            </a:r>
            <a:r>
              <a:rPr lang="en"/>
              <a:t> </a:t>
            </a:r>
            <a:r>
              <a:rPr lang="en" sz="4600">
                <a:solidFill>
                  <a:schemeClr val="lt1"/>
                </a:solidFill>
              </a:rPr>
              <a:t>Approach     …</a:t>
            </a:r>
            <a:r>
              <a:rPr lang="en" sz="2700">
                <a:solidFill>
                  <a:schemeClr val="lt1"/>
                </a:solidFill>
              </a:rPr>
              <a:t>Continued</a:t>
            </a:r>
            <a:endParaRPr sz="2700">
              <a:solidFill>
                <a:schemeClr val="lt1"/>
              </a:solidFill>
            </a:endParaRPr>
          </a:p>
        </p:txBody>
      </p:sp>
      <p:sp>
        <p:nvSpPr>
          <p:cNvPr id="2135" name="Google Shape;2135;g354e8260f09_0_3"/>
          <p:cNvSpPr txBox="1"/>
          <p:nvPr/>
        </p:nvSpPr>
        <p:spPr>
          <a:xfrm>
            <a:off x="5125925" y="1847050"/>
            <a:ext cx="3736200" cy="24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sz="1000">
                <a:solidFill>
                  <a:schemeClr val="dk1"/>
                </a:solidFill>
                <a:latin typeface="Lexend Light"/>
                <a:ea typeface="Lexend Light"/>
                <a:cs typeface="Lexend Light"/>
                <a:sym typeface="Lexend Light"/>
              </a:rPr>
              <a:t>Obtained HTML Source Code:</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Copied the full HTML source code of the page to replicate its appearance.</a:t>
            </a:r>
            <a:endParaRPr sz="10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sz="1000">
                <a:solidFill>
                  <a:schemeClr val="dk1"/>
                </a:solidFill>
                <a:latin typeface="Lexend Light"/>
                <a:ea typeface="Lexend Light"/>
                <a:cs typeface="Lexend Light"/>
                <a:sym typeface="Lexend Light"/>
              </a:rPr>
              <a:t>Modified the Form Action: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Located the &lt;form&gt; tag in the HTML.</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Changed the action attribute so that form data would be submitted to a local file instead of LinkedIn’s actual server.</a:t>
            </a:r>
            <a:endParaRPr sz="10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0" lvl="0" marL="0" rtl="0" algn="l">
              <a:spcBef>
                <a:spcPts val="0"/>
              </a:spcBef>
              <a:spcAft>
                <a:spcPts val="0"/>
              </a:spcAft>
              <a:buNone/>
            </a:pPr>
            <a:r>
              <a:rPr lang="en" sz="1000">
                <a:solidFill>
                  <a:schemeClr val="dk1"/>
                </a:solidFill>
                <a:latin typeface="Lexend Light"/>
                <a:ea typeface="Lexend Light"/>
                <a:cs typeface="Lexend Light"/>
                <a:sym typeface="Lexend Light"/>
              </a:rPr>
              <a:t>Captured User Input:</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Received and stored the submitted credentials (username and password) from the form.</a:t>
            </a:r>
            <a:endParaRPr sz="1000">
              <a:solidFill>
                <a:schemeClr val="dk1"/>
              </a:solidFill>
              <a:latin typeface="Lexend Light"/>
              <a:ea typeface="Lexend Light"/>
              <a:cs typeface="Lexend Light"/>
              <a:sym typeface="Lexend Light"/>
            </a:endParaRPr>
          </a:p>
        </p:txBody>
      </p:sp>
      <p:sp>
        <p:nvSpPr>
          <p:cNvPr id="2136" name="Google Shape;2136;g354e8260f09_0_3"/>
          <p:cNvSpPr txBox="1"/>
          <p:nvPr/>
        </p:nvSpPr>
        <p:spPr>
          <a:xfrm>
            <a:off x="324825" y="1768350"/>
            <a:ext cx="3833400" cy="28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1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We created a fake phishing website by replicating the original HTML source code of LinkedIn. </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In order to do so we modified the action attribute within the login form to redirect user input to our system instead of the actual LinkedIn server. </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This allowed us to capture and store the login credentials entered by users, successfully phishing our victim.</a:t>
            </a:r>
            <a:endParaRPr sz="1000">
              <a:solidFill>
                <a:schemeClr val="dk1"/>
              </a:solidFill>
              <a:latin typeface="Lexend Light"/>
              <a:ea typeface="Lexend Light"/>
              <a:cs typeface="Lexend Light"/>
              <a:sym typeface="Lexend Light"/>
            </a:endParaRPr>
          </a:p>
        </p:txBody>
      </p:sp>
      <p:sp>
        <p:nvSpPr>
          <p:cNvPr id="2137" name="Google Shape;2137;g354e8260f09_0_3"/>
          <p:cNvSpPr/>
          <p:nvPr/>
        </p:nvSpPr>
        <p:spPr>
          <a:xfrm>
            <a:off x="5354553" y="1318180"/>
            <a:ext cx="1953600" cy="6303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2400">
                <a:solidFill>
                  <a:schemeClr val="dk1"/>
                </a:solidFill>
                <a:latin typeface="Lexend"/>
                <a:ea typeface="Lexend"/>
                <a:cs typeface="Lexend"/>
                <a:sym typeface="Lexend"/>
              </a:rPr>
              <a:t>Steps</a:t>
            </a:r>
            <a:endParaRPr b="0" i="0" sz="2400" u="none" cap="none" strike="noStrike">
              <a:solidFill>
                <a:schemeClr val="dk1"/>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1" name="Shape 2141"/>
        <p:cNvGrpSpPr/>
        <p:nvPr/>
      </p:nvGrpSpPr>
      <p:grpSpPr>
        <a:xfrm>
          <a:off x="0" y="0"/>
          <a:ext cx="0" cy="0"/>
          <a:chOff x="0" y="0"/>
          <a:chExt cx="0" cy="0"/>
        </a:xfrm>
      </p:grpSpPr>
      <p:sp>
        <p:nvSpPr>
          <p:cNvPr id="2142" name="Google Shape;2142;p8"/>
          <p:cNvSpPr/>
          <p:nvPr/>
        </p:nvSpPr>
        <p:spPr>
          <a:xfrm>
            <a:off x="434050" y="955575"/>
            <a:ext cx="3450000" cy="20889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43" name="Google Shape;2143;p8"/>
          <p:cNvGrpSpPr/>
          <p:nvPr/>
        </p:nvGrpSpPr>
        <p:grpSpPr>
          <a:xfrm>
            <a:off x="500900" y="1027600"/>
            <a:ext cx="277873" cy="68400"/>
            <a:chOff x="520925" y="1460325"/>
            <a:chExt cx="277873" cy="68400"/>
          </a:xfrm>
        </p:grpSpPr>
        <p:sp>
          <p:nvSpPr>
            <p:cNvPr id="2144" name="Google Shape;2144;p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5" name="Google Shape;2145;p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6" name="Google Shape;2146;p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47" name="Google Shape;2147;p8"/>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800"/>
              <a:buNone/>
            </a:pPr>
            <a:r>
              <a:rPr b="1" lang="en"/>
              <a:t>Jeffrey Resto</a:t>
            </a:r>
            <a:endParaRPr/>
          </a:p>
        </p:txBody>
      </p:sp>
      <p:sp>
        <p:nvSpPr>
          <p:cNvPr id="2148" name="Google Shape;2148;p8"/>
          <p:cNvSpPr txBox="1"/>
          <p:nvPr>
            <p:ph type="title"/>
          </p:nvPr>
        </p:nvSpPr>
        <p:spPr>
          <a:xfrm>
            <a:off x="318200" y="372900"/>
            <a:ext cx="85155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2800"/>
              <a:t>Network Topology and System Setup</a:t>
            </a:r>
            <a:endParaRPr sz="2800"/>
          </a:p>
        </p:txBody>
      </p:sp>
      <p:sp>
        <p:nvSpPr>
          <p:cNvPr id="2149" name="Google Shape;2149;p8"/>
          <p:cNvSpPr/>
          <p:nvPr/>
        </p:nvSpPr>
        <p:spPr>
          <a:xfrm>
            <a:off x="4010525" y="955575"/>
            <a:ext cx="3977400" cy="19332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50" name="Google Shape;2150;p8"/>
          <p:cNvGrpSpPr/>
          <p:nvPr/>
        </p:nvGrpSpPr>
        <p:grpSpPr>
          <a:xfrm>
            <a:off x="4077375" y="1027600"/>
            <a:ext cx="277873" cy="68400"/>
            <a:chOff x="520925" y="1460325"/>
            <a:chExt cx="277873" cy="68400"/>
          </a:xfrm>
        </p:grpSpPr>
        <p:sp>
          <p:nvSpPr>
            <p:cNvPr id="2151" name="Google Shape;2151;p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2" name="Google Shape;2152;p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3" name="Google Shape;2153;p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154" name="Google Shape;2154;p8" title="Screenshot of what part of the source code.png"/>
          <p:cNvPicPr preferRelativeResize="0"/>
          <p:nvPr/>
        </p:nvPicPr>
        <p:blipFill>
          <a:blip r:embed="rId3">
            <a:alphaModFix/>
          </a:blip>
          <a:stretch>
            <a:fillRect/>
          </a:stretch>
        </p:blipFill>
        <p:spPr>
          <a:xfrm>
            <a:off x="4010525" y="1168025"/>
            <a:ext cx="3977498" cy="1720749"/>
          </a:xfrm>
          <a:prstGeom prst="rect">
            <a:avLst/>
          </a:prstGeom>
          <a:solidFill>
            <a:schemeClr val="lt2"/>
          </a:solidFill>
          <a:ln>
            <a:noFill/>
          </a:ln>
          <a:effectLst>
            <a:outerShdw blurRad="57150" rotWithShape="0" algn="bl" dist="19050">
              <a:srgbClr val="000000">
                <a:alpha val="10980"/>
              </a:srgbClr>
            </a:outerShdw>
          </a:effectLst>
        </p:spPr>
      </p:pic>
      <p:sp>
        <p:nvSpPr>
          <p:cNvPr id="2155" name="Google Shape;2155;p8"/>
          <p:cNvSpPr/>
          <p:nvPr/>
        </p:nvSpPr>
        <p:spPr>
          <a:xfrm>
            <a:off x="4010525" y="2898738"/>
            <a:ext cx="3977400" cy="20889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56" name="Google Shape;2156;p8"/>
          <p:cNvGrpSpPr/>
          <p:nvPr/>
        </p:nvGrpSpPr>
        <p:grpSpPr>
          <a:xfrm>
            <a:off x="4077375" y="2970763"/>
            <a:ext cx="277873" cy="68400"/>
            <a:chOff x="520925" y="1460325"/>
            <a:chExt cx="277873" cy="68400"/>
          </a:xfrm>
        </p:grpSpPr>
        <p:sp>
          <p:nvSpPr>
            <p:cNvPr id="2157" name="Google Shape;2157;p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8" name="Google Shape;2158;p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9" name="Google Shape;2159;p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160" name="Google Shape;2160;p8" title="Screenshot 2025-05-05 115003.png"/>
          <p:cNvPicPr preferRelativeResize="0"/>
          <p:nvPr/>
        </p:nvPicPr>
        <p:blipFill>
          <a:blip r:embed="rId4">
            <a:alphaModFix/>
          </a:blip>
          <a:stretch>
            <a:fillRect/>
          </a:stretch>
        </p:blipFill>
        <p:spPr>
          <a:xfrm>
            <a:off x="4010525" y="3082825"/>
            <a:ext cx="3977277" cy="1926489"/>
          </a:xfrm>
          <a:prstGeom prst="rect">
            <a:avLst/>
          </a:prstGeom>
          <a:noFill/>
          <a:ln>
            <a:noFill/>
          </a:ln>
        </p:spPr>
      </p:pic>
      <p:pic>
        <p:nvPicPr>
          <p:cNvPr id="2161" name="Google Shape;2161;p8" title="Screenshot 2025-05-05 115422.png"/>
          <p:cNvPicPr preferRelativeResize="0"/>
          <p:nvPr/>
        </p:nvPicPr>
        <p:blipFill>
          <a:blip r:embed="rId5">
            <a:alphaModFix/>
          </a:blip>
          <a:stretch>
            <a:fillRect/>
          </a:stretch>
        </p:blipFill>
        <p:spPr>
          <a:xfrm>
            <a:off x="434050" y="1178000"/>
            <a:ext cx="3449933" cy="18664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5" name="Shape 2165"/>
        <p:cNvGrpSpPr/>
        <p:nvPr/>
      </p:nvGrpSpPr>
      <p:grpSpPr>
        <a:xfrm>
          <a:off x="0" y="0"/>
          <a:ext cx="0" cy="0"/>
          <a:chOff x="0" y="0"/>
          <a:chExt cx="0" cy="0"/>
        </a:xfrm>
      </p:grpSpPr>
      <p:sp>
        <p:nvSpPr>
          <p:cNvPr id="2166" name="Google Shape;2166;p9"/>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b="1"/>
          </a:p>
          <a:p>
            <a:pPr indent="0" lvl="0" marL="0" rtl="0" algn="l">
              <a:lnSpc>
                <a:spcPct val="100000"/>
              </a:lnSpc>
              <a:spcBef>
                <a:spcPts val="0"/>
              </a:spcBef>
              <a:spcAft>
                <a:spcPts val="0"/>
              </a:spcAft>
              <a:buSzPts val="800"/>
              <a:buNone/>
            </a:pPr>
            <a:r>
              <a:t/>
            </a:r>
            <a:endParaRPr/>
          </a:p>
        </p:txBody>
      </p:sp>
      <p:sp>
        <p:nvSpPr>
          <p:cNvPr id="2167" name="Google Shape;2167;p9"/>
          <p:cNvSpPr txBox="1"/>
          <p:nvPr>
            <p:ph type="title"/>
          </p:nvPr>
        </p:nvSpPr>
        <p:spPr>
          <a:xfrm>
            <a:off x="311700" y="391500"/>
            <a:ext cx="61869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a:t>Experiment Steps</a:t>
            </a:r>
            <a:endParaRPr/>
          </a:p>
        </p:txBody>
      </p:sp>
      <p:sp>
        <p:nvSpPr>
          <p:cNvPr id="2168" name="Google Shape;2168;p9"/>
          <p:cNvSpPr/>
          <p:nvPr/>
        </p:nvSpPr>
        <p:spPr>
          <a:xfrm>
            <a:off x="2233650" y="1798816"/>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69" name="Google Shape;2169;p9"/>
          <p:cNvSpPr/>
          <p:nvPr/>
        </p:nvSpPr>
        <p:spPr>
          <a:xfrm>
            <a:off x="940788" y="1339920"/>
            <a:ext cx="607500" cy="2004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Step</a:t>
            </a:r>
            <a:endParaRPr b="0" i="0" sz="1200" u="none" cap="none" strike="noStrike">
              <a:solidFill>
                <a:schemeClr val="dk1"/>
              </a:solidFill>
              <a:latin typeface="Lexend Light"/>
              <a:ea typeface="Lexend Light"/>
              <a:cs typeface="Lexend Light"/>
              <a:sym typeface="Lexend Light"/>
            </a:endParaRPr>
          </a:p>
        </p:txBody>
      </p:sp>
      <p:sp>
        <p:nvSpPr>
          <p:cNvPr id="2170" name="Google Shape;2170;p9"/>
          <p:cNvSpPr/>
          <p:nvPr/>
        </p:nvSpPr>
        <p:spPr>
          <a:xfrm>
            <a:off x="2270951" y="1339920"/>
            <a:ext cx="714600" cy="2004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By</a:t>
            </a:r>
            <a:endParaRPr b="0" i="0" sz="1200" u="none" cap="none" strike="noStrike">
              <a:solidFill>
                <a:schemeClr val="dk1"/>
              </a:solidFill>
              <a:latin typeface="Lexend Light"/>
              <a:ea typeface="Lexend Light"/>
              <a:cs typeface="Lexend Light"/>
              <a:sym typeface="Lexend Light"/>
            </a:endParaRPr>
          </a:p>
        </p:txBody>
      </p:sp>
      <p:sp>
        <p:nvSpPr>
          <p:cNvPr id="2171" name="Google Shape;2171;p9"/>
          <p:cNvSpPr/>
          <p:nvPr/>
        </p:nvSpPr>
        <p:spPr>
          <a:xfrm>
            <a:off x="5587775" y="1339920"/>
            <a:ext cx="1092000" cy="2004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Step</a:t>
            </a:r>
            <a:endParaRPr b="0" i="0" sz="1200" u="none" cap="none" strike="noStrike">
              <a:solidFill>
                <a:schemeClr val="dk1"/>
              </a:solidFill>
              <a:latin typeface="Lexend Light"/>
              <a:ea typeface="Lexend Light"/>
              <a:cs typeface="Lexend Light"/>
              <a:sym typeface="Lexend Light"/>
            </a:endParaRPr>
          </a:p>
        </p:txBody>
      </p:sp>
      <p:grpSp>
        <p:nvGrpSpPr>
          <p:cNvPr id="2172" name="Google Shape;2172;p9"/>
          <p:cNvGrpSpPr/>
          <p:nvPr/>
        </p:nvGrpSpPr>
        <p:grpSpPr>
          <a:xfrm>
            <a:off x="940801" y="1799058"/>
            <a:ext cx="754580" cy="607500"/>
            <a:chOff x="951676" y="1799058"/>
            <a:chExt cx="754580" cy="607500"/>
          </a:xfrm>
        </p:grpSpPr>
        <p:sp>
          <p:nvSpPr>
            <p:cNvPr id="2173" name="Google Shape;2173;p9"/>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exend"/>
                <a:ea typeface="Lexend"/>
                <a:cs typeface="Lexend"/>
                <a:sym typeface="Lexend"/>
              </a:endParaRPr>
            </a:p>
          </p:txBody>
        </p:sp>
        <p:sp>
          <p:nvSpPr>
            <p:cNvPr id="2174" name="Google Shape;2174;p9"/>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2"/>
                </a:solidFill>
                <a:latin typeface="Lexend Light"/>
                <a:ea typeface="Lexend Light"/>
                <a:cs typeface="Lexend Light"/>
                <a:sym typeface="Lexend Light"/>
              </a:endParaRPr>
            </a:p>
          </p:txBody>
        </p:sp>
        <p:sp>
          <p:nvSpPr>
            <p:cNvPr id="2175" name="Google Shape;2175;p9"/>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176" name="Google Shape;2176;p9"/>
            <p:cNvSpPr txBox="1"/>
            <p:nvPr/>
          </p:nvSpPr>
          <p:spPr>
            <a:xfrm>
              <a:off x="1098756" y="1957587"/>
              <a:ext cx="607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exend Medium"/>
                  <a:ea typeface="Lexend Medium"/>
                  <a:cs typeface="Lexend Medium"/>
                  <a:sym typeface="Lexend Medium"/>
                </a:rPr>
                <a:t>1</a:t>
              </a:r>
              <a:endParaRPr b="0" i="0" sz="1400" u="none" cap="none" strike="noStrike">
                <a:solidFill>
                  <a:schemeClr val="dk1"/>
                </a:solidFill>
                <a:latin typeface="Lexend Medium"/>
                <a:ea typeface="Lexend Medium"/>
                <a:cs typeface="Lexend Medium"/>
                <a:sym typeface="Lexend Medium"/>
              </a:endParaRPr>
            </a:p>
          </p:txBody>
        </p:sp>
      </p:grpSp>
      <p:sp>
        <p:nvSpPr>
          <p:cNvPr id="2177" name="Google Shape;2177;p9"/>
          <p:cNvSpPr/>
          <p:nvPr/>
        </p:nvSpPr>
        <p:spPr>
          <a:xfrm>
            <a:off x="5587764" y="1796511"/>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78" name="Google Shape;2178;p9"/>
          <p:cNvSpPr txBox="1"/>
          <p:nvPr/>
        </p:nvSpPr>
        <p:spPr>
          <a:xfrm>
            <a:off x="2296958" y="1945161"/>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Created </a:t>
            </a:r>
            <a:r>
              <a:rPr lang="en" sz="800">
                <a:solidFill>
                  <a:schemeClr val="dk1"/>
                </a:solidFill>
                <a:latin typeface="Lexend Light"/>
                <a:ea typeface="Lexend Light"/>
                <a:cs typeface="Lexend Light"/>
                <a:sym typeface="Lexend Light"/>
              </a:rPr>
              <a:t>counterfeit</a:t>
            </a:r>
            <a:r>
              <a:rPr lang="en" sz="800">
                <a:solidFill>
                  <a:schemeClr val="dk1"/>
                </a:solidFill>
                <a:latin typeface="Lexend Light"/>
                <a:ea typeface="Lexend Light"/>
                <a:cs typeface="Lexend Light"/>
                <a:sym typeface="Lexend Light"/>
              </a:rPr>
              <a:t> website.</a:t>
            </a:r>
            <a:endParaRPr b="0" i="0" sz="800" u="none" cap="none" strike="noStrike">
              <a:solidFill>
                <a:schemeClr val="dk1"/>
              </a:solidFill>
              <a:latin typeface="Lexend Light"/>
              <a:ea typeface="Lexend Light"/>
              <a:cs typeface="Lexend Light"/>
              <a:sym typeface="Lexend Light"/>
            </a:endParaRPr>
          </a:p>
        </p:txBody>
      </p:sp>
      <p:sp>
        <p:nvSpPr>
          <p:cNvPr id="2179" name="Google Shape;2179;p9"/>
          <p:cNvSpPr txBox="1"/>
          <p:nvPr/>
        </p:nvSpPr>
        <p:spPr>
          <a:xfrm>
            <a:off x="5610825" y="1945159"/>
            <a:ext cx="22563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Copied existing code of legitimate site.</a:t>
            </a:r>
            <a:endParaRPr b="0" i="0" sz="800" u="none" cap="none" strike="noStrike">
              <a:solidFill>
                <a:schemeClr val="dk1"/>
              </a:solidFill>
              <a:latin typeface="Lexend Light"/>
              <a:ea typeface="Lexend Light"/>
              <a:cs typeface="Lexend Light"/>
              <a:sym typeface="Lexend Light"/>
            </a:endParaRPr>
          </a:p>
        </p:txBody>
      </p:sp>
      <p:sp>
        <p:nvSpPr>
          <p:cNvPr id="2180" name="Google Shape;2180;p9"/>
          <p:cNvSpPr/>
          <p:nvPr/>
        </p:nvSpPr>
        <p:spPr>
          <a:xfrm>
            <a:off x="2233650" y="2566659"/>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81" name="Google Shape;2181;p9"/>
          <p:cNvSpPr/>
          <p:nvPr/>
        </p:nvSpPr>
        <p:spPr>
          <a:xfrm>
            <a:off x="5587764" y="2564354"/>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82" name="Google Shape;2182;p9"/>
          <p:cNvSpPr txBox="1"/>
          <p:nvPr/>
        </p:nvSpPr>
        <p:spPr>
          <a:xfrm>
            <a:off x="2270958" y="2719429"/>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Sent false email.</a:t>
            </a:r>
            <a:endParaRPr b="0" i="0" sz="800" u="none" cap="none" strike="noStrike">
              <a:solidFill>
                <a:schemeClr val="dk1"/>
              </a:solidFill>
              <a:latin typeface="Lexend Light"/>
              <a:ea typeface="Lexend Light"/>
              <a:cs typeface="Lexend Light"/>
              <a:sym typeface="Lexend Light"/>
            </a:endParaRPr>
          </a:p>
        </p:txBody>
      </p:sp>
      <p:sp>
        <p:nvSpPr>
          <p:cNvPr id="2183" name="Google Shape;2183;p9"/>
          <p:cNvSpPr txBox="1"/>
          <p:nvPr/>
        </p:nvSpPr>
        <p:spPr>
          <a:xfrm>
            <a:off x="5610825" y="2659955"/>
            <a:ext cx="22563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If user takes the bait their information will be stolen.</a:t>
            </a:r>
            <a:endParaRPr b="0" i="0" sz="800" u="none" cap="none" strike="noStrike">
              <a:solidFill>
                <a:schemeClr val="dk1"/>
              </a:solidFill>
              <a:latin typeface="Lexend Light"/>
              <a:ea typeface="Lexend Light"/>
              <a:cs typeface="Lexend Light"/>
              <a:sym typeface="Lexend Light"/>
            </a:endParaRPr>
          </a:p>
        </p:txBody>
      </p:sp>
      <p:sp>
        <p:nvSpPr>
          <p:cNvPr id="2184" name="Google Shape;2184;p9"/>
          <p:cNvSpPr/>
          <p:nvPr/>
        </p:nvSpPr>
        <p:spPr>
          <a:xfrm>
            <a:off x="2233650" y="3342732"/>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85" name="Google Shape;2185;p9"/>
          <p:cNvSpPr/>
          <p:nvPr/>
        </p:nvSpPr>
        <p:spPr>
          <a:xfrm>
            <a:off x="5587764" y="3340427"/>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86" name="Google Shape;2186;p9"/>
          <p:cNvSpPr txBox="1"/>
          <p:nvPr/>
        </p:nvSpPr>
        <p:spPr>
          <a:xfrm>
            <a:off x="2270958" y="3488327"/>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Program scans email for potential threats.</a:t>
            </a:r>
            <a:endParaRPr b="0" i="0" sz="800" u="none" cap="none" strike="noStrike">
              <a:solidFill>
                <a:schemeClr val="dk1"/>
              </a:solidFill>
              <a:latin typeface="Lexend Light"/>
              <a:ea typeface="Lexend Light"/>
              <a:cs typeface="Lexend Light"/>
              <a:sym typeface="Lexend Light"/>
            </a:endParaRPr>
          </a:p>
        </p:txBody>
      </p:sp>
      <p:sp>
        <p:nvSpPr>
          <p:cNvPr id="2187" name="Google Shape;2187;p9"/>
          <p:cNvSpPr txBox="1"/>
          <p:nvPr/>
        </p:nvSpPr>
        <p:spPr>
          <a:xfrm>
            <a:off x="5610825" y="3432656"/>
            <a:ext cx="22563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Program will alert if threat is detected as well as provide a confidence score. </a:t>
            </a:r>
            <a:endParaRPr b="0" i="0" sz="800" u="none" cap="none" strike="noStrike">
              <a:solidFill>
                <a:schemeClr val="dk1"/>
              </a:solidFill>
              <a:latin typeface="Lexend Light"/>
              <a:ea typeface="Lexend Light"/>
              <a:cs typeface="Lexend Light"/>
              <a:sym typeface="Lexend Light"/>
            </a:endParaRPr>
          </a:p>
        </p:txBody>
      </p:sp>
      <p:sp>
        <p:nvSpPr>
          <p:cNvPr id="2188" name="Google Shape;2188;p9"/>
          <p:cNvSpPr/>
          <p:nvPr/>
        </p:nvSpPr>
        <p:spPr>
          <a:xfrm>
            <a:off x="2233650" y="4112709"/>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89" name="Google Shape;2189;p9"/>
          <p:cNvSpPr/>
          <p:nvPr/>
        </p:nvSpPr>
        <p:spPr>
          <a:xfrm>
            <a:off x="5587764" y="4110404"/>
            <a:ext cx="2668800" cy="6051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90" name="Google Shape;2190;p9"/>
          <p:cNvSpPr txBox="1"/>
          <p:nvPr/>
        </p:nvSpPr>
        <p:spPr>
          <a:xfrm>
            <a:off x="2270958" y="4267004"/>
            <a:ext cx="25422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Malicious email will be automatically deleted.</a:t>
            </a:r>
            <a:endParaRPr b="0" i="0" sz="800" u="none" cap="none" strike="noStrike">
              <a:solidFill>
                <a:schemeClr val="dk1"/>
              </a:solidFill>
              <a:latin typeface="Lexend Light"/>
              <a:ea typeface="Lexend Light"/>
              <a:cs typeface="Lexend Light"/>
              <a:sym typeface="Lexend Light"/>
            </a:endParaRPr>
          </a:p>
        </p:txBody>
      </p:sp>
      <p:sp>
        <p:nvSpPr>
          <p:cNvPr id="2191" name="Google Shape;2191;p9"/>
          <p:cNvSpPr txBox="1"/>
          <p:nvPr/>
        </p:nvSpPr>
        <p:spPr>
          <a:xfrm>
            <a:off x="5610825" y="4210684"/>
            <a:ext cx="22563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lang="en" sz="800">
                <a:solidFill>
                  <a:schemeClr val="dk1"/>
                </a:solidFill>
                <a:latin typeface="Lexend Light"/>
                <a:ea typeface="Lexend Light"/>
                <a:cs typeface="Lexend Light"/>
                <a:sym typeface="Lexend Light"/>
              </a:rPr>
              <a:t>Program will stop once all threats are </a:t>
            </a:r>
            <a:r>
              <a:rPr lang="en" sz="800">
                <a:solidFill>
                  <a:schemeClr val="dk1"/>
                </a:solidFill>
                <a:latin typeface="Lexend Light"/>
                <a:ea typeface="Lexend Light"/>
                <a:cs typeface="Lexend Light"/>
                <a:sym typeface="Lexend Light"/>
              </a:rPr>
              <a:t>neutralized</a:t>
            </a:r>
            <a:r>
              <a:rPr lang="en" sz="800">
                <a:solidFill>
                  <a:schemeClr val="dk1"/>
                </a:solidFill>
                <a:latin typeface="Lexend Light"/>
                <a:ea typeface="Lexend Light"/>
                <a:cs typeface="Lexend Light"/>
                <a:sym typeface="Lexend Light"/>
              </a:rPr>
              <a:t>.  </a:t>
            </a:r>
            <a:endParaRPr b="0" i="0" sz="800" u="none" cap="none" strike="noStrike">
              <a:solidFill>
                <a:schemeClr val="dk1"/>
              </a:solidFill>
              <a:latin typeface="Lexend Light"/>
              <a:ea typeface="Lexend Light"/>
              <a:cs typeface="Lexend Light"/>
              <a:sym typeface="Lexend Light"/>
            </a:endParaRPr>
          </a:p>
        </p:txBody>
      </p:sp>
      <p:grpSp>
        <p:nvGrpSpPr>
          <p:cNvPr id="2192" name="Google Shape;2192;p9"/>
          <p:cNvGrpSpPr/>
          <p:nvPr/>
        </p:nvGrpSpPr>
        <p:grpSpPr>
          <a:xfrm>
            <a:off x="940776" y="2571758"/>
            <a:ext cx="607630" cy="607500"/>
            <a:chOff x="951676" y="1799058"/>
            <a:chExt cx="607630" cy="607500"/>
          </a:xfrm>
        </p:grpSpPr>
        <p:sp>
          <p:nvSpPr>
            <p:cNvPr id="2193" name="Google Shape;2193;p9"/>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exend"/>
                <a:ea typeface="Lexend"/>
                <a:cs typeface="Lexend"/>
                <a:sym typeface="Lexend"/>
              </a:endParaRPr>
            </a:p>
          </p:txBody>
        </p:sp>
        <p:sp>
          <p:nvSpPr>
            <p:cNvPr id="2194" name="Google Shape;2194;p9"/>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2"/>
                </a:solidFill>
                <a:latin typeface="Lexend Light"/>
                <a:ea typeface="Lexend Light"/>
                <a:cs typeface="Lexend Light"/>
                <a:sym typeface="Lexend Light"/>
              </a:endParaRPr>
            </a:p>
          </p:txBody>
        </p:sp>
        <p:sp>
          <p:nvSpPr>
            <p:cNvPr id="2195" name="Google Shape;2195;p9"/>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196" name="Google Shape;2196;p9"/>
            <p:cNvSpPr txBox="1"/>
            <p:nvPr/>
          </p:nvSpPr>
          <p:spPr>
            <a:xfrm>
              <a:off x="951806" y="1957587"/>
              <a:ext cx="60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exend Medium"/>
                  <a:ea typeface="Lexend Medium"/>
                  <a:cs typeface="Lexend Medium"/>
                  <a:sym typeface="Lexend Medium"/>
                </a:rPr>
                <a:t>2</a:t>
              </a:r>
              <a:endParaRPr b="0" i="0" sz="1400" u="none" cap="none" strike="noStrike">
                <a:solidFill>
                  <a:schemeClr val="dk1"/>
                </a:solidFill>
                <a:latin typeface="Lexend Medium"/>
                <a:ea typeface="Lexend Medium"/>
                <a:cs typeface="Lexend Medium"/>
                <a:sym typeface="Lexend Medium"/>
              </a:endParaRPr>
            </a:p>
          </p:txBody>
        </p:sp>
      </p:grpSp>
      <p:grpSp>
        <p:nvGrpSpPr>
          <p:cNvPr id="2197" name="Google Shape;2197;p9"/>
          <p:cNvGrpSpPr/>
          <p:nvPr/>
        </p:nvGrpSpPr>
        <p:grpSpPr>
          <a:xfrm>
            <a:off x="940776" y="3344458"/>
            <a:ext cx="607630" cy="607500"/>
            <a:chOff x="951676" y="1799058"/>
            <a:chExt cx="607630" cy="607500"/>
          </a:xfrm>
        </p:grpSpPr>
        <p:sp>
          <p:nvSpPr>
            <p:cNvPr id="2198" name="Google Shape;2198;p9"/>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exend"/>
                <a:ea typeface="Lexend"/>
                <a:cs typeface="Lexend"/>
                <a:sym typeface="Lexend"/>
              </a:endParaRPr>
            </a:p>
          </p:txBody>
        </p:sp>
        <p:sp>
          <p:nvSpPr>
            <p:cNvPr id="2199" name="Google Shape;2199;p9"/>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2"/>
                </a:solidFill>
                <a:latin typeface="Lexend Light"/>
                <a:ea typeface="Lexend Light"/>
                <a:cs typeface="Lexend Light"/>
                <a:sym typeface="Lexend Light"/>
              </a:endParaRPr>
            </a:p>
          </p:txBody>
        </p:sp>
        <p:sp>
          <p:nvSpPr>
            <p:cNvPr id="2200" name="Google Shape;2200;p9"/>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201" name="Google Shape;2201;p9"/>
            <p:cNvSpPr txBox="1"/>
            <p:nvPr/>
          </p:nvSpPr>
          <p:spPr>
            <a:xfrm>
              <a:off x="951806" y="1957587"/>
              <a:ext cx="60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exend Medium"/>
                  <a:ea typeface="Lexend Medium"/>
                  <a:cs typeface="Lexend Medium"/>
                  <a:sym typeface="Lexend Medium"/>
                </a:rPr>
                <a:t>3</a:t>
              </a:r>
              <a:endParaRPr b="0" i="0" sz="1400" u="none" cap="none" strike="noStrike">
                <a:solidFill>
                  <a:schemeClr val="dk1"/>
                </a:solidFill>
                <a:latin typeface="Lexend Medium"/>
                <a:ea typeface="Lexend Medium"/>
                <a:cs typeface="Lexend Medium"/>
                <a:sym typeface="Lexend Medium"/>
              </a:endParaRPr>
            </a:p>
          </p:txBody>
        </p:sp>
      </p:grpSp>
      <p:grpSp>
        <p:nvGrpSpPr>
          <p:cNvPr id="2202" name="Google Shape;2202;p9"/>
          <p:cNvGrpSpPr/>
          <p:nvPr/>
        </p:nvGrpSpPr>
        <p:grpSpPr>
          <a:xfrm>
            <a:off x="940776" y="4117158"/>
            <a:ext cx="607630" cy="607500"/>
            <a:chOff x="951676" y="1799058"/>
            <a:chExt cx="607630" cy="607500"/>
          </a:xfrm>
        </p:grpSpPr>
        <p:sp>
          <p:nvSpPr>
            <p:cNvPr id="2203" name="Google Shape;2203;p9"/>
            <p:cNvSpPr/>
            <p:nvPr/>
          </p:nvSpPr>
          <p:spPr>
            <a:xfrm rot="10800000">
              <a:off x="951676" y="1799058"/>
              <a:ext cx="607500" cy="607500"/>
            </a:xfrm>
            <a:prstGeom prst="round2SameRect">
              <a:avLst>
                <a:gd fmla="val 5280" name="adj1"/>
                <a:gd fmla="val 0" name="adj2"/>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exend"/>
                <a:ea typeface="Lexend"/>
                <a:cs typeface="Lexend"/>
                <a:sym typeface="Lexend"/>
              </a:endParaRPr>
            </a:p>
          </p:txBody>
        </p:sp>
        <p:sp>
          <p:nvSpPr>
            <p:cNvPr id="2204" name="Google Shape;2204;p9"/>
            <p:cNvSpPr/>
            <p:nvPr/>
          </p:nvSpPr>
          <p:spPr>
            <a:xfrm>
              <a:off x="951806" y="1799176"/>
              <a:ext cx="607500" cy="1584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lt2"/>
                </a:solidFill>
                <a:latin typeface="Lexend Light"/>
                <a:ea typeface="Lexend Light"/>
                <a:cs typeface="Lexend Light"/>
                <a:sym typeface="Lexend Light"/>
              </a:endParaRPr>
            </a:p>
          </p:txBody>
        </p:sp>
        <p:sp>
          <p:nvSpPr>
            <p:cNvPr id="2205" name="Google Shape;2205;p9"/>
            <p:cNvSpPr txBox="1"/>
            <p:nvPr/>
          </p:nvSpPr>
          <p:spPr>
            <a:xfrm>
              <a:off x="951738" y="1903972"/>
              <a:ext cx="607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206" name="Google Shape;2206;p9"/>
            <p:cNvSpPr txBox="1"/>
            <p:nvPr/>
          </p:nvSpPr>
          <p:spPr>
            <a:xfrm>
              <a:off x="951731" y="1957587"/>
              <a:ext cx="607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exend Medium"/>
                  <a:ea typeface="Lexend Medium"/>
                  <a:cs typeface="Lexend Medium"/>
                  <a:sym typeface="Lexend Medium"/>
                </a:rPr>
                <a:t>4</a:t>
              </a:r>
              <a:endParaRPr b="0" i="0" sz="1400" u="none" cap="none" strike="noStrike">
                <a:solidFill>
                  <a:schemeClr val="dk1"/>
                </a:solidFill>
                <a:latin typeface="Lexend Medium"/>
                <a:ea typeface="Lexend Medium"/>
                <a:cs typeface="Lexend Medium"/>
                <a:sym typeface="Lexend Medium"/>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0" name="Shape 2210"/>
        <p:cNvGrpSpPr/>
        <p:nvPr/>
      </p:nvGrpSpPr>
      <p:grpSpPr>
        <a:xfrm>
          <a:off x="0" y="0"/>
          <a:ext cx="0" cy="0"/>
          <a:chOff x="0" y="0"/>
          <a:chExt cx="0" cy="0"/>
        </a:xfrm>
      </p:grpSpPr>
      <p:sp>
        <p:nvSpPr>
          <p:cNvPr id="2211" name="Google Shape;2211;p11"/>
          <p:cNvSpPr/>
          <p:nvPr/>
        </p:nvSpPr>
        <p:spPr>
          <a:xfrm>
            <a:off x="364825" y="2315525"/>
            <a:ext cx="3873000" cy="2586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2" name="Google Shape;2212;p11"/>
          <p:cNvSpPr/>
          <p:nvPr/>
        </p:nvSpPr>
        <p:spPr>
          <a:xfrm>
            <a:off x="4832875" y="2315525"/>
            <a:ext cx="3873000" cy="2586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13" name="Google Shape;2213;p11"/>
          <p:cNvGrpSpPr/>
          <p:nvPr/>
        </p:nvGrpSpPr>
        <p:grpSpPr>
          <a:xfrm>
            <a:off x="4922013" y="2416840"/>
            <a:ext cx="277872" cy="68400"/>
            <a:chOff x="5024113" y="2416840"/>
            <a:chExt cx="277872" cy="68400"/>
          </a:xfrm>
        </p:grpSpPr>
        <p:sp>
          <p:nvSpPr>
            <p:cNvPr id="2214" name="Google Shape;2214;p11"/>
            <p:cNvSpPr/>
            <p:nvPr/>
          </p:nvSpPr>
          <p:spPr>
            <a:xfrm>
              <a:off x="5024113"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p11"/>
            <p:cNvSpPr/>
            <p:nvPr/>
          </p:nvSpPr>
          <p:spPr>
            <a:xfrm>
              <a:off x="5128849"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6" name="Google Shape;2216;p11"/>
            <p:cNvSpPr/>
            <p:nvPr/>
          </p:nvSpPr>
          <p:spPr>
            <a:xfrm>
              <a:off x="5233585"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7" name="Google Shape;2217;p11"/>
          <p:cNvGrpSpPr/>
          <p:nvPr/>
        </p:nvGrpSpPr>
        <p:grpSpPr>
          <a:xfrm>
            <a:off x="422950" y="2416840"/>
            <a:ext cx="277873" cy="68400"/>
            <a:chOff x="411700" y="2416840"/>
            <a:chExt cx="277873" cy="68400"/>
          </a:xfrm>
        </p:grpSpPr>
        <p:sp>
          <p:nvSpPr>
            <p:cNvPr id="2218" name="Google Shape;2218;p11"/>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9" name="Google Shape;2219;p11"/>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0" name="Google Shape;2220;p11"/>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21" name="Google Shape;2221;p11"/>
          <p:cNvSpPr txBox="1"/>
          <p:nvPr>
            <p:ph type="title"/>
          </p:nvPr>
        </p:nvSpPr>
        <p:spPr>
          <a:xfrm>
            <a:off x="311700" y="391500"/>
            <a:ext cx="75564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a:t>Results and Analysis</a:t>
            </a:r>
            <a:endParaRPr/>
          </a:p>
        </p:txBody>
      </p:sp>
      <p:sp>
        <p:nvSpPr>
          <p:cNvPr id="2222" name="Google Shape;2222;p11"/>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sp>
        <p:nvSpPr>
          <p:cNvPr id="2223" name="Google Shape;2223;p11"/>
          <p:cNvSpPr/>
          <p:nvPr/>
        </p:nvSpPr>
        <p:spPr>
          <a:xfrm>
            <a:off x="364825" y="1543902"/>
            <a:ext cx="1953600" cy="6303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exend"/>
                <a:ea typeface="Lexend"/>
                <a:cs typeface="Lexend"/>
                <a:sym typeface="Lexend"/>
              </a:rPr>
              <a:t>Results</a:t>
            </a:r>
            <a:endParaRPr b="0" i="0" sz="2400" u="none" cap="none" strike="noStrike">
              <a:solidFill>
                <a:schemeClr val="dk1"/>
              </a:solidFill>
              <a:latin typeface="Lexend"/>
              <a:ea typeface="Lexend"/>
              <a:cs typeface="Lexend"/>
              <a:sym typeface="Lexend"/>
            </a:endParaRPr>
          </a:p>
        </p:txBody>
      </p:sp>
      <p:sp>
        <p:nvSpPr>
          <p:cNvPr id="2224" name="Google Shape;2224;p11"/>
          <p:cNvSpPr/>
          <p:nvPr/>
        </p:nvSpPr>
        <p:spPr>
          <a:xfrm>
            <a:off x="4828703" y="1541150"/>
            <a:ext cx="1953600" cy="6303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exend"/>
                <a:ea typeface="Lexend"/>
                <a:cs typeface="Lexend"/>
                <a:sym typeface="Lexend"/>
              </a:rPr>
              <a:t>Analysis</a:t>
            </a:r>
            <a:endParaRPr b="0" i="0" sz="2400" u="none" cap="none" strike="noStrike">
              <a:solidFill>
                <a:schemeClr val="dk1"/>
              </a:solidFill>
              <a:latin typeface="Lexend"/>
              <a:ea typeface="Lexend"/>
              <a:cs typeface="Lexend"/>
              <a:sym typeface="Lexend"/>
            </a:endParaRPr>
          </a:p>
        </p:txBody>
      </p:sp>
      <p:sp>
        <p:nvSpPr>
          <p:cNvPr id="2225" name="Google Shape;2225;p11"/>
          <p:cNvSpPr txBox="1"/>
          <p:nvPr/>
        </p:nvSpPr>
        <p:spPr>
          <a:xfrm>
            <a:off x="469675" y="2485250"/>
            <a:ext cx="3663300" cy="19518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We were able to successfully execute our goal of preventing, detecting and countering phishing emails using a machine learning based approach.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Using NLTK for natural language processing and scikit-learn for model training and classification, the program was able to accurately identified spam and phishing emails with a high level of confidence.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We set up a fake phishing website, which we used to collect </a:t>
            </a:r>
            <a:r>
              <a:rPr lang="en" sz="900">
                <a:solidFill>
                  <a:schemeClr val="dk1"/>
                </a:solidFill>
                <a:latin typeface="Lexend Light"/>
                <a:ea typeface="Lexend Light"/>
                <a:cs typeface="Lexend Light"/>
                <a:sym typeface="Lexend Light"/>
              </a:rPr>
              <a:t>valuable information from the victim</a:t>
            </a:r>
            <a:r>
              <a:rPr lang="en" sz="900">
                <a:solidFill>
                  <a:schemeClr val="dk1"/>
                </a:solidFill>
                <a:latin typeface="Lexend Light"/>
                <a:ea typeface="Lexend Light"/>
                <a:cs typeface="Lexend Light"/>
                <a:sym typeface="Lexend Light"/>
              </a:rPr>
              <a:t>.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After detection, the program then automatically deleted the phishing email, effectively preventing harmful emails from reaching the user. </a:t>
            </a:r>
            <a:endParaRPr sz="900">
              <a:solidFill>
                <a:schemeClr val="dk1"/>
              </a:solidFill>
              <a:latin typeface="Lexend Light"/>
              <a:ea typeface="Lexend Light"/>
              <a:cs typeface="Lexend Light"/>
              <a:sym typeface="Lexend Light"/>
            </a:endParaRPr>
          </a:p>
        </p:txBody>
      </p:sp>
      <p:sp>
        <p:nvSpPr>
          <p:cNvPr id="2226" name="Google Shape;2226;p11"/>
          <p:cNvSpPr txBox="1"/>
          <p:nvPr/>
        </p:nvSpPr>
        <p:spPr>
          <a:xfrm>
            <a:off x="4967725" y="2485250"/>
            <a:ext cx="3603300" cy="20445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The project was successful due to the combination of natural language processing and machine learning. However, we did run into several challenges during the development phase.</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rPr lang="en" sz="900">
                <a:solidFill>
                  <a:schemeClr val="dk1"/>
                </a:solidFill>
                <a:latin typeface="Lexend Light"/>
                <a:ea typeface="Lexend Light"/>
                <a:cs typeface="Lexend Light"/>
                <a:sym typeface="Lexend Light"/>
              </a:rPr>
              <a:t>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The first versions of the model required our input to execute the </a:t>
            </a:r>
            <a:r>
              <a:rPr lang="en" sz="900">
                <a:solidFill>
                  <a:schemeClr val="dk1"/>
                </a:solidFill>
                <a:latin typeface="Lexend Light"/>
                <a:ea typeface="Lexend Light"/>
                <a:cs typeface="Lexend Light"/>
                <a:sym typeface="Lexend Light"/>
              </a:rPr>
              <a:t>deletion</a:t>
            </a:r>
            <a:r>
              <a:rPr lang="en" sz="900">
                <a:solidFill>
                  <a:schemeClr val="dk1"/>
                </a:solidFill>
                <a:latin typeface="Lexend Light"/>
                <a:ea typeface="Lexend Light"/>
                <a:cs typeface="Lexend Light"/>
                <a:sym typeface="Lexend Light"/>
              </a:rPr>
              <a:t> of spam emails. We also  had difficulties with the model's sensitivity, setting the threshold too low, which resulted in false positives.</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Creating the fake website also presented challenges, mainly the form redirection and information capture, which required constant readjustments.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Overall, despite these hurdles, the project was a success.</a:t>
            </a:r>
            <a:endParaRPr sz="900">
              <a:solidFill>
                <a:schemeClr val="dk1"/>
              </a:solidFill>
              <a:latin typeface="Lexend Light"/>
              <a:ea typeface="Lexend Light"/>
              <a:cs typeface="Lexend Light"/>
              <a:sym typeface="Lexend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0" name="Shape 2230"/>
        <p:cNvGrpSpPr/>
        <p:nvPr/>
      </p:nvGrpSpPr>
      <p:grpSpPr>
        <a:xfrm>
          <a:off x="0" y="0"/>
          <a:ext cx="0" cy="0"/>
          <a:chOff x="0" y="0"/>
          <a:chExt cx="0" cy="0"/>
        </a:xfrm>
      </p:grpSpPr>
      <p:sp>
        <p:nvSpPr>
          <p:cNvPr id="2231" name="Google Shape;2231;p10"/>
          <p:cNvSpPr txBox="1"/>
          <p:nvPr>
            <p:ph idx="3"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800"/>
              <a:buNone/>
            </a:pPr>
            <a:r>
              <a:rPr b="1" lang="en"/>
              <a:t>Jeffrey Resto</a:t>
            </a:r>
            <a:endParaRPr/>
          </a:p>
        </p:txBody>
      </p:sp>
      <p:grpSp>
        <p:nvGrpSpPr>
          <p:cNvPr id="2232" name="Google Shape;2232;p10"/>
          <p:cNvGrpSpPr/>
          <p:nvPr/>
        </p:nvGrpSpPr>
        <p:grpSpPr>
          <a:xfrm>
            <a:off x="7509125" y="1921038"/>
            <a:ext cx="1258500" cy="902350"/>
            <a:chOff x="6575700" y="2242475"/>
            <a:chExt cx="1258500" cy="902350"/>
          </a:xfrm>
        </p:grpSpPr>
        <p:sp>
          <p:nvSpPr>
            <p:cNvPr id="2233" name="Google Shape;2233;p10"/>
            <p:cNvSpPr/>
            <p:nvPr/>
          </p:nvSpPr>
          <p:spPr>
            <a:xfrm>
              <a:off x="6596750" y="2242475"/>
              <a:ext cx="411300" cy="816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4" name="Google Shape;2234;p10"/>
            <p:cNvSpPr/>
            <p:nvPr/>
          </p:nvSpPr>
          <p:spPr>
            <a:xfrm>
              <a:off x="6575700" y="2318025"/>
              <a:ext cx="1258500" cy="826800"/>
            </a:xfrm>
            <a:prstGeom prst="roundRect">
              <a:avLst>
                <a:gd fmla="val 526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35" name="Google Shape;2235;p10"/>
            <p:cNvCxnSpPr/>
            <p:nvPr/>
          </p:nvCxnSpPr>
          <p:spPr>
            <a:xfrm>
              <a:off x="6576540" y="3091250"/>
              <a:ext cx="1256700" cy="0"/>
            </a:xfrm>
            <a:prstGeom prst="straightConnector1">
              <a:avLst/>
            </a:prstGeom>
            <a:noFill/>
            <a:ln cap="flat" cmpd="sng" w="9525">
              <a:solidFill>
                <a:schemeClr val="accent4"/>
              </a:solidFill>
              <a:prstDash val="solid"/>
              <a:round/>
              <a:headEnd len="sm" w="sm" type="none"/>
              <a:tailEnd len="sm" w="sm" type="none"/>
            </a:ln>
            <a:effectLst>
              <a:outerShdw blurRad="57150" rotWithShape="0" algn="bl" dir="5400000" dist="19050">
                <a:srgbClr val="000000">
                  <a:alpha val="29803"/>
                </a:srgbClr>
              </a:outerShdw>
            </a:effectLst>
          </p:spPr>
        </p:cxnSp>
      </p:grpSp>
      <p:sp>
        <p:nvSpPr>
          <p:cNvPr id="2236" name="Google Shape;2236;p10"/>
          <p:cNvSpPr txBox="1"/>
          <p:nvPr/>
        </p:nvSpPr>
        <p:spPr>
          <a:xfrm>
            <a:off x="37637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Prevention</a:t>
            </a:r>
            <a:endParaRPr b="0" i="0" sz="1200" u="none" cap="none" strike="noStrike">
              <a:solidFill>
                <a:schemeClr val="dk1"/>
              </a:solidFill>
              <a:latin typeface="Lexend Light"/>
              <a:ea typeface="Lexend Light"/>
              <a:cs typeface="Lexend Light"/>
              <a:sym typeface="Lexend Light"/>
            </a:endParaRPr>
          </a:p>
        </p:txBody>
      </p:sp>
      <p:sp>
        <p:nvSpPr>
          <p:cNvPr id="2237" name="Google Shape;2237;p10"/>
          <p:cNvSpPr txBox="1"/>
          <p:nvPr/>
        </p:nvSpPr>
        <p:spPr>
          <a:xfrm>
            <a:off x="2753850"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Detection</a:t>
            </a:r>
            <a:endParaRPr b="0" i="0" sz="1200" u="none" cap="none" strike="noStrike">
              <a:solidFill>
                <a:schemeClr val="dk1"/>
              </a:solidFill>
              <a:latin typeface="Lexend Light"/>
              <a:ea typeface="Lexend Light"/>
              <a:cs typeface="Lexend Light"/>
              <a:sym typeface="Lexend Light"/>
            </a:endParaRPr>
          </a:p>
        </p:txBody>
      </p:sp>
      <p:sp>
        <p:nvSpPr>
          <p:cNvPr id="2238" name="Google Shape;2238;p10"/>
          <p:cNvSpPr txBox="1"/>
          <p:nvPr/>
        </p:nvSpPr>
        <p:spPr>
          <a:xfrm>
            <a:off x="512917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Counter</a:t>
            </a:r>
            <a:endParaRPr b="0" i="0" sz="1200" u="none" cap="none" strike="noStrike">
              <a:solidFill>
                <a:schemeClr val="dk1"/>
              </a:solidFill>
              <a:latin typeface="Lexend Light"/>
              <a:ea typeface="Lexend Light"/>
              <a:cs typeface="Lexend Light"/>
              <a:sym typeface="Lexend Light"/>
            </a:endParaRPr>
          </a:p>
        </p:txBody>
      </p:sp>
      <p:sp>
        <p:nvSpPr>
          <p:cNvPr id="2239" name="Google Shape;2239;p10"/>
          <p:cNvSpPr txBox="1"/>
          <p:nvPr/>
        </p:nvSpPr>
        <p:spPr>
          <a:xfrm>
            <a:off x="7509125" y="2853163"/>
            <a:ext cx="1258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Measures</a:t>
            </a:r>
            <a:endParaRPr b="0" i="0" sz="1200" u="none" cap="none" strike="noStrike">
              <a:solidFill>
                <a:schemeClr val="dk1"/>
              </a:solidFill>
              <a:latin typeface="Lexend Light"/>
              <a:ea typeface="Lexend Light"/>
              <a:cs typeface="Lexend Light"/>
              <a:sym typeface="Lexend Light"/>
            </a:endParaRPr>
          </a:p>
        </p:txBody>
      </p:sp>
      <p:grpSp>
        <p:nvGrpSpPr>
          <p:cNvPr id="2240" name="Google Shape;2240;p10"/>
          <p:cNvGrpSpPr/>
          <p:nvPr/>
        </p:nvGrpSpPr>
        <p:grpSpPr>
          <a:xfrm>
            <a:off x="376375" y="1921038"/>
            <a:ext cx="1258500" cy="902350"/>
            <a:chOff x="1209150" y="2242475"/>
            <a:chExt cx="1258500" cy="902350"/>
          </a:xfrm>
        </p:grpSpPr>
        <p:sp>
          <p:nvSpPr>
            <p:cNvPr id="2241" name="Google Shape;2241;p10"/>
            <p:cNvSpPr/>
            <p:nvPr/>
          </p:nvSpPr>
          <p:spPr>
            <a:xfrm>
              <a:off x="1230200" y="2242475"/>
              <a:ext cx="411300" cy="81600"/>
            </a:xfrm>
            <a:prstGeom prst="round2SameRect">
              <a:avLst>
                <a:gd fmla="val 50000" name="adj1"/>
                <a:gd fmla="val 0" name="adj2"/>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2" name="Google Shape;2242;p10"/>
            <p:cNvSpPr/>
            <p:nvPr/>
          </p:nvSpPr>
          <p:spPr>
            <a:xfrm>
              <a:off x="1209150" y="2318025"/>
              <a:ext cx="1258500" cy="826800"/>
            </a:xfrm>
            <a:prstGeom prst="roundRect">
              <a:avLst>
                <a:gd fmla="val 5261"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43" name="Google Shape;2243;p10"/>
            <p:cNvCxnSpPr/>
            <p:nvPr/>
          </p:nvCxnSpPr>
          <p:spPr>
            <a:xfrm>
              <a:off x="1209990" y="3091250"/>
              <a:ext cx="1256700" cy="0"/>
            </a:xfrm>
            <a:prstGeom prst="straightConnector1">
              <a:avLst/>
            </a:prstGeom>
            <a:noFill/>
            <a:ln cap="flat" cmpd="sng" w="9525">
              <a:solidFill>
                <a:schemeClr val="accent5"/>
              </a:solidFill>
              <a:prstDash val="solid"/>
              <a:round/>
              <a:headEnd len="sm" w="sm" type="none"/>
              <a:tailEnd len="sm" w="sm" type="none"/>
            </a:ln>
            <a:effectLst>
              <a:outerShdw blurRad="57150" rotWithShape="0" algn="bl" dir="5400000" dist="19050">
                <a:srgbClr val="000000">
                  <a:alpha val="29803"/>
                </a:srgbClr>
              </a:outerShdw>
            </a:effectLst>
          </p:spPr>
        </p:cxnSp>
      </p:grpSp>
      <p:grpSp>
        <p:nvGrpSpPr>
          <p:cNvPr id="2244" name="Google Shape;2244;p10"/>
          <p:cNvGrpSpPr/>
          <p:nvPr/>
        </p:nvGrpSpPr>
        <p:grpSpPr>
          <a:xfrm>
            <a:off x="2753958" y="1921038"/>
            <a:ext cx="1258500" cy="902350"/>
            <a:chOff x="2998000" y="2242475"/>
            <a:chExt cx="1258500" cy="902350"/>
          </a:xfrm>
        </p:grpSpPr>
        <p:sp>
          <p:nvSpPr>
            <p:cNvPr id="2245" name="Google Shape;2245;p10"/>
            <p:cNvSpPr/>
            <p:nvPr/>
          </p:nvSpPr>
          <p:spPr>
            <a:xfrm>
              <a:off x="3019050" y="2242475"/>
              <a:ext cx="411300" cy="81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6" name="Google Shape;2246;p10"/>
            <p:cNvSpPr/>
            <p:nvPr/>
          </p:nvSpPr>
          <p:spPr>
            <a:xfrm>
              <a:off x="2998000" y="2318025"/>
              <a:ext cx="1258500" cy="826800"/>
            </a:xfrm>
            <a:prstGeom prst="roundRect">
              <a:avLst>
                <a:gd fmla="val 5261"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47" name="Google Shape;2247;p10"/>
            <p:cNvCxnSpPr/>
            <p:nvPr/>
          </p:nvCxnSpPr>
          <p:spPr>
            <a:xfrm>
              <a:off x="2998840" y="3091250"/>
              <a:ext cx="1256700" cy="0"/>
            </a:xfrm>
            <a:prstGeom prst="straightConnector1">
              <a:avLst/>
            </a:prstGeom>
            <a:noFill/>
            <a:ln cap="flat" cmpd="sng" w="9525">
              <a:solidFill>
                <a:schemeClr val="accent2"/>
              </a:solidFill>
              <a:prstDash val="solid"/>
              <a:round/>
              <a:headEnd len="sm" w="sm" type="none"/>
              <a:tailEnd len="sm" w="sm" type="none"/>
            </a:ln>
            <a:effectLst>
              <a:outerShdw blurRad="57150" rotWithShape="0" algn="bl" dir="5400000" dist="19050">
                <a:srgbClr val="000000">
                  <a:alpha val="29803"/>
                </a:srgbClr>
              </a:outerShdw>
            </a:effectLst>
          </p:spPr>
        </p:cxnSp>
      </p:grpSp>
      <p:grpSp>
        <p:nvGrpSpPr>
          <p:cNvPr id="2248" name="Google Shape;2248;p10"/>
          <p:cNvGrpSpPr/>
          <p:nvPr/>
        </p:nvGrpSpPr>
        <p:grpSpPr>
          <a:xfrm>
            <a:off x="5131542" y="1921038"/>
            <a:ext cx="1258500" cy="902350"/>
            <a:chOff x="4786850" y="2242475"/>
            <a:chExt cx="1258500" cy="902350"/>
          </a:xfrm>
        </p:grpSpPr>
        <p:sp>
          <p:nvSpPr>
            <p:cNvPr id="2249" name="Google Shape;2249;p10"/>
            <p:cNvSpPr/>
            <p:nvPr/>
          </p:nvSpPr>
          <p:spPr>
            <a:xfrm>
              <a:off x="4807900" y="2242475"/>
              <a:ext cx="411300" cy="816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0" name="Google Shape;2250;p10"/>
            <p:cNvSpPr/>
            <p:nvPr/>
          </p:nvSpPr>
          <p:spPr>
            <a:xfrm>
              <a:off x="4786850" y="2318025"/>
              <a:ext cx="1258500" cy="826800"/>
            </a:xfrm>
            <a:prstGeom prst="roundRect">
              <a:avLst>
                <a:gd fmla="val 5261"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51" name="Google Shape;2251;p10"/>
            <p:cNvCxnSpPr/>
            <p:nvPr/>
          </p:nvCxnSpPr>
          <p:spPr>
            <a:xfrm>
              <a:off x="4787690" y="3091250"/>
              <a:ext cx="1256700" cy="0"/>
            </a:xfrm>
            <a:prstGeom prst="straightConnector1">
              <a:avLst/>
            </a:prstGeom>
            <a:noFill/>
            <a:ln cap="flat" cmpd="sng" w="9525">
              <a:solidFill>
                <a:schemeClr val="accent3"/>
              </a:solidFill>
              <a:prstDash val="solid"/>
              <a:round/>
              <a:headEnd len="sm" w="sm" type="none"/>
              <a:tailEnd len="sm" w="sm" type="none"/>
            </a:ln>
            <a:effectLst>
              <a:outerShdw blurRad="57150" rotWithShape="0" algn="bl" dir="5400000" dist="19050">
                <a:srgbClr val="000000">
                  <a:alpha val="29803"/>
                </a:srgbClr>
              </a:outerShdw>
            </a:effectLst>
          </p:spPr>
        </p:cxn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5" name="Shape 2255"/>
        <p:cNvGrpSpPr/>
        <p:nvPr/>
      </p:nvGrpSpPr>
      <p:grpSpPr>
        <a:xfrm>
          <a:off x="0" y="0"/>
          <a:ext cx="0" cy="0"/>
          <a:chOff x="0" y="0"/>
          <a:chExt cx="0" cy="0"/>
        </a:xfrm>
      </p:grpSpPr>
      <p:sp>
        <p:nvSpPr>
          <p:cNvPr id="2256" name="Google Shape;2256;p12"/>
          <p:cNvSpPr/>
          <p:nvPr/>
        </p:nvSpPr>
        <p:spPr>
          <a:xfrm>
            <a:off x="357200" y="945601"/>
            <a:ext cx="8437500" cy="39309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7" name="Google Shape;2257;p12"/>
          <p:cNvSpPr/>
          <p:nvPr/>
        </p:nvSpPr>
        <p:spPr>
          <a:xfrm>
            <a:off x="3545325" y="1323150"/>
            <a:ext cx="2248500" cy="3175800"/>
          </a:xfrm>
          <a:prstGeom prst="roundRect">
            <a:avLst>
              <a:gd fmla="val 4721"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8" name="Google Shape;2258;p12"/>
          <p:cNvSpPr/>
          <p:nvPr/>
        </p:nvSpPr>
        <p:spPr>
          <a:xfrm>
            <a:off x="6130100" y="1323150"/>
            <a:ext cx="2248500" cy="3175800"/>
          </a:xfrm>
          <a:prstGeom prst="roundRect">
            <a:avLst>
              <a:gd fmla="val 472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9" name="Google Shape;2259;p12"/>
          <p:cNvSpPr/>
          <p:nvPr/>
        </p:nvSpPr>
        <p:spPr>
          <a:xfrm>
            <a:off x="960550" y="1323150"/>
            <a:ext cx="2248500" cy="3175800"/>
          </a:xfrm>
          <a:prstGeom prst="roundRect">
            <a:avLst>
              <a:gd fmla="val 4721"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60" name="Google Shape;2260;p12"/>
          <p:cNvGrpSpPr/>
          <p:nvPr/>
        </p:nvGrpSpPr>
        <p:grpSpPr>
          <a:xfrm>
            <a:off x="407300" y="1050300"/>
            <a:ext cx="277873" cy="68400"/>
            <a:chOff x="520925" y="1460325"/>
            <a:chExt cx="277873" cy="68400"/>
          </a:xfrm>
        </p:grpSpPr>
        <p:sp>
          <p:nvSpPr>
            <p:cNvPr id="2261" name="Google Shape;2261;p12"/>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2" name="Google Shape;2262;p12"/>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3" name="Google Shape;2263;p12"/>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64" name="Google Shape;2264;p12"/>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800"/>
              <a:buNone/>
            </a:pPr>
            <a:r>
              <a:rPr b="1" lang="en"/>
              <a:t>Jeffrey Resto</a:t>
            </a:r>
            <a:endParaRPr/>
          </a:p>
        </p:txBody>
      </p:sp>
      <p:sp>
        <p:nvSpPr>
          <p:cNvPr id="2265" name="Google Shape;2265;p12"/>
          <p:cNvSpPr txBox="1"/>
          <p:nvPr>
            <p:ph type="title"/>
          </p:nvPr>
        </p:nvSpPr>
        <p:spPr>
          <a:xfrm>
            <a:off x="167325" y="372900"/>
            <a:ext cx="8488800" cy="57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2800"/>
              <a:t>Prevention | Detection | Countermeasures</a:t>
            </a:r>
            <a:endParaRPr sz="2800"/>
          </a:p>
        </p:txBody>
      </p:sp>
      <p:sp>
        <p:nvSpPr>
          <p:cNvPr id="2266" name="Google Shape;2266;p12"/>
          <p:cNvSpPr txBox="1"/>
          <p:nvPr/>
        </p:nvSpPr>
        <p:spPr>
          <a:xfrm>
            <a:off x="1000650" y="3079925"/>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Prevention</a:t>
            </a:r>
            <a:endParaRPr b="0" i="0" sz="1800" u="none" cap="none" strike="noStrike">
              <a:solidFill>
                <a:schemeClr val="dk1"/>
              </a:solidFill>
              <a:latin typeface="Lexend Medium"/>
              <a:ea typeface="Lexend Medium"/>
              <a:cs typeface="Lexend Medium"/>
              <a:sym typeface="Lexend Medium"/>
            </a:endParaRPr>
          </a:p>
        </p:txBody>
      </p:sp>
      <p:sp>
        <p:nvSpPr>
          <p:cNvPr id="2267" name="Google Shape;2267;p12"/>
          <p:cNvSpPr txBox="1"/>
          <p:nvPr/>
        </p:nvSpPr>
        <p:spPr>
          <a:xfrm>
            <a:off x="3545325" y="3079913"/>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Detection</a:t>
            </a:r>
            <a:endParaRPr b="0" i="0" sz="1800" u="none" cap="none" strike="noStrike">
              <a:solidFill>
                <a:schemeClr val="dk1"/>
              </a:solidFill>
              <a:latin typeface="Lexend Medium"/>
              <a:ea typeface="Lexend Medium"/>
              <a:cs typeface="Lexend Medium"/>
              <a:sym typeface="Lexend Medium"/>
            </a:endParaRPr>
          </a:p>
        </p:txBody>
      </p:sp>
      <p:sp>
        <p:nvSpPr>
          <p:cNvPr id="2268" name="Google Shape;2268;p12"/>
          <p:cNvSpPr txBox="1"/>
          <p:nvPr/>
        </p:nvSpPr>
        <p:spPr>
          <a:xfrm>
            <a:off x="6130100" y="3079925"/>
            <a:ext cx="22485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Lexend Medium"/>
                <a:ea typeface="Lexend Medium"/>
                <a:cs typeface="Lexend Medium"/>
                <a:sym typeface="Lexend Medium"/>
              </a:rPr>
              <a:t>Countermeasures</a:t>
            </a:r>
            <a:endParaRPr b="0" i="0" sz="1800" u="none" cap="none" strike="noStrike">
              <a:solidFill>
                <a:schemeClr val="dk1"/>
              </a:solidFill>
              <a:latin typeface="Lexend Medium"/>
              <a:ea typeface="Lexend Medium"/>
              <a:cs typeface="Lexend Medium"/>
              <a:sym typeface="Lexend Medium"/>
            </a:endParaRPr>
          </a:p>
        </p:txBody>
      </p:sp>
      <p:sp>
        <p:nvSpPr>
          <p:cNvPr id="2269" name="Google Shape;2269;p12"/>
          <p:cNvSpPr txBox="1"/>
          <p:nvPr/>
        </p:nvSpPr>
        <p:spPr>
          <a:xfrm>
            <a:off x="1117300" y="3541625"/>
            <a:ext cx="19350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Lexend Light"/>
              <a:ea typeface="Lexend Light"/>
              <a:cs typeface="Lexend Light"/>
              <a:sym typeface="Lexend Light"/>
            </a:endParaRPr>
          </a:p>
        </p:txBody>
      </p:sp>
      <p:sp>
        <p:nvSpPr>
          <p:cNvPr id="2270" name="Google Shape;2270;p12"/>
          <p:cNvSpPr txBox="1"/>
          <p:nvPr/>
        </p:nvSpPr>
        <p:spPr>
          <a:xfrm>
            <a:off x="3702075" y="3541625"/>
            <a:ext cx="19350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Lexend Light"/>
              <a:ea typeface="Lexend Light"/>
              <a:cs typeface="Lexend Light"/>
              <a:sym typeface="Lexend Light"/>
            </a:endParaRPr>
          </a:p>
        </p:txBody>
      </p:sp>
      <p:sp>
        <p:nvSpPr>
          <p:cNvPr id="2271" name="Google Shape;2271;p12"/>
          <p:cNvSpPr txBox="1"/>
          <p:nvPr/>
        </p:nvSpPr>
        <p:spPr>
          <a:xfrm>
            <a:off x="6286850" y="3541625"/>
            <a:ext cx="19350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Lexend Light"/>
              <a:ea typeface="Lexend Light"/>
              <a:cs typeface="Lexend Light"/>
              <a:sym typeface="Lexend Light"/>
            </a:endParaRPr>
          </a:p>
        </p:txBody>
      </p:sp>
      <p:grpSp>
        <p:nvGrpSpPr>
          <p:cNvPr id="2272" name="Google Shape;2272;p12"/>
          <p:cNvGrpSpPr/>
          <p:nvPr/>
        </p:nvGrpSpPr>
        <p:grpSpPr>
          <a:xfrm>
            <a:off x="4196123" y="1932294"/>
            <a:ext cx="946911" cy="966699"/>
            <a:chOff x="1438774" y="3590059"/>
            <a:chExt cx="946911" cy="966699"/>
          </a:xfrm>
        </p:grpSpPr>
        <p:grpSp>
          <p:nvGrpSpPr>
            <p:cNvPr id="2273" name="Google Shape;2273;p12"/>
            <p:cNvGrpSpPr/>
            <p:nvPr/>
          </p:nvGrpSpPr>
          <p:grpSpPr>
            <a:xfrm>
              <a:off x="1438774" y="3590059"/>
              <a:ext cx="946911" cy="966699"/>
              <a:chOff x="3707828" y="340487"/>
              <a:chExt cx="1276160" cy="1302829"/>
            </a:xfrm>
          </p:grpSpPr>
          <p:grpSp>
            <p:nvGrpSpPr>
              <p:cNvPr id="2274" name="Google Shape;2274;p12"/>
              <p:cNvGrpSpPr/>
              <p:nvPr/>
            </p:nvGrpSpPr>
            <p:grpSpPr>
              <a:xfrm>
                <a:off x="3707828" y="340487"/>
                <a:ext cx="1276160" cy="1302829"/>
                <a:chOff x="3707828" y="340487"/>
                <a:chExt cx="1276160" cy="1302829"/>
              </a:xfrm>
            </p:grpSpPr>
            <p:sp>
              <p:nvSpPr>
                <p:cNvPr id="2275" name="Google Shape;2275;p12"/>
                <p:cNvSpPr/>
                <p:nvPr/>
              </p:nvSpPr>
              <p:spPr>
                <a:xfrm>
                  <a:off x="3707828" y="340487"/>
                  <a:ext cx="1269809" cy="1296479"/>
                </a:xfrm>
                <a:custGeom>
                  <a:rect b="b" l="l" r="r" t="t"/>
                  <a:pathLst>
                    <a:path extrusionOk="0" h="1296479" w="1269809">
                      <a:moveTo>
                        <a:pt x="0" y="0"/>
                      </a:moveTo>
                      <a:lnTo>
                        <a:pt x="1269809" y="0"/>
                      </a:lnTo>
                      <a:lnTo>
                        <a:pt x="1269809"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76" name="Google Shape;2276;p12"/>
                <p:cNvSpPr/>
                <p:nvPr/>
              </p:nvSpPr>
              <p:spPr>
                <a:xfrm>
                  <a:off x="497763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77" name="Google Shape;2277;p12"/>
                <p:cNvSpPr/>
                <p:nvPr/>
              </p:nvSpPr>
              <p:spPr>
                <a:xfrm>
                  <a:off x="389242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78" name="Google Shape;2278;p12"/>
                <p:cNvSpPr/>
                <p:nvPr/>
              </p:nvSpPr>
              <p:spPr>
                <a:xfrm>
                  <a:off x="407701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79" name="Google Shape;2279;p12"/>
                <p:cNvSpPr/>
                <p:nvPr/>
              </p:nvSpPr>
              <p:spPr>
                <a:xfrm>
                  <a:off x="426154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0" name="Google Shape;2280;p12"/>
                <p:cNvSpPr/>
                <p:nvPr/>
              </p:nvSpPr>
              <p:spPr>
                <a:xfrm>
                  <a:off x="4446143"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1" name="Google Shape;2281;p12"/>
                <p:cNvSpPr/>
                <p:nvPr/>
              </p:nvSpPr>
              <p:spPr>
                <a:xfrm>
                  <a:off x="463073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2" name="Google Shape;2282;p12"/>
                <p:cNvSpPr/>
                <p:nvPr/>
              </p:nvSpPr>
              <p:spPr>
                <a:xfrm>
                  <a:off x="4815268"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3" name="Google Shape;2283;p12"/>
                <p:cNvSpPr/>
                <p:nvPr/>
              </p:nvSpPr>
              <p:spPr>
                <a:xfrm>
                  <a:off x="3707828"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4" name="Google Shape;2284;p12"/>
                <p:cNvSpPr/>
                <p:nvPr/>
              </p:nvSpPr>
              <p:spPr>
                <a:xfrm>
                  <a:off x="3707828"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5" name="Google Shape;2285;p12"/>
                <p:cNvSpPr/>
                <p:nvPr/>
              </p:nvSpPr>
              <p:spPr>
                <a:xfrm>
                  <a:off x="3707828"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6" name="Google Shape;2286;p12"/>
                <p:cNvSpPr/>
                <p:nvPr/>
              </p:nvSpPr>
              <p:spPr>
                <a:xfrm>
                  <a:off x="3707828"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7" name="Google Shape;2287;p12"/>
                <p:cNvSpPr/>
                <p:nvPr/>
              </p:nvSpPr>
              <p:spPr>
                <a:xfrm>
                  <a:off x="3707828"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8" name="Google Shape;2288;p12"/>
                <p:cNvSpPr/>
                <p:nvPr/>
              </p:nvSpPr>
              <p:spPr>
                <a:xfrm>
                  <a:off x="3707828"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89" name="Google Shape;2289;p12"/>
                <p:cNvSpPr/>
                <p:nvPr/>
              </p:nvSpPr>
              <p:spPr>
                <a:xfrm>
                  <a:off x="3707828"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0" name="Google Shape;2290;p12"/>
                <p:cNvSpPr/>
                <p:nvPr/>
              </p:nvSpPr>
              <p:spPr>
                <a:xfrm>
                  <a:off x="3707828"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291" name="Google Shape;2291;p12"/>
              <p:cNvSpPr/>
              <p:nvPr/>
            </p:nvSpPr>
            <p:spPr>
              <a:xfrm>
                <a:off x="4260913" y="525653"/>
                <a:ext cx="185229" cy="185229"/>
              </a:xfrm>
              <a:custGeom>
                <a:rect b="b" l="l" r="r" t="t"/>
                <a:pathLst>
                  <a:path extrusionOk="0" h="185229" w="185229">
                    <a:moveTo>
                      <a:pt x="0" y="0"/>
                    </a:moveTo>
                    <a:lnTo>
                      <a:pt x="185229" y="0"/>
                    </a:lnTo>
                    <a:lnTo>
                      <a:pt x="185229"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292" name="Google Shape;2292;p12"/>
            <p:cNvGrpSpPr/>
            <p:nvPr/>
          </p:nvGrpSpPr>
          <p:grpSpPr>
            <a:xfrm>
              <a:off x="1712541" y="3729479"/>
              <a:ext cx="497389" cy="685349"/>
              <a:chOff x="1712541" y="3729479"/>
              <a:chExt cx="497389" cy="685349"/>
            </a:xfrm>
          </p:grpSpPr>
          <p:sp>
            <p:nvSpPr>
              <p:cNvPr id="2293" name="Google Shape;2293;p12"/>
              <p:cNvSpPr/>
              <p:nvPr/>
            </p:nvSpPr>
            <p:spPr>
              <a:xfrm>
                <a:off x="1712541" y="3729479"/>
                <a:ext cx="497389" cy="685349"/>
              </a:xfrm>
              <a:custGeom>
                <a:rect b="b" l="l" r="r" t="t"/>
                <a:pathLst>
                  <a:path extrusionOk="0" h="926147" w="672147">
                    <a:moveTo>
                      <a:pt x="0" y="926084"/>
                    </a:moveTo>
                    <a:lnTo>
                      <a:pt x="0" y="0"/>
                    </a:lnTo>
                    <a:lnTo>
                      <a:pt x="149161" y="0"/>
                    </a:lnTo>
                    <a:lnTo>
                      <a:pt x="149161" y="331026"/>
                    </a:lnTo>
                    <a:lnTo>
                      <a:pt x="223711" y="331026"/>
                    </a:lnTo>
                    <a:lnTo>
                      <a:pt x="223711" y="264986"/>
                    </a:lnTo>
                    <a:lnTo>
                      <a:pt x="523049" y="264986"/>
                    </a:lnTo>
                    <a:lnTo>
                      <a:pt x="523049" y="331026"/>
                    </a:lnTo>
                    <a:lnTo>
                      <a:pt x="597598" y="331026"/>
                    </a:lnTo>
                    <a:lnTo>
                      <a:pt x="597598" y="397066"/>
                    </a:lnTo>
                    <a:lnTo>
                      <a:pt x="672148" y="397066"/>
                    </a:lnTo>
                    <a:lnTo>
                      <a:pt x="672148" y="794068"/>
                    </a:lnTo>
                    <a:lnTo>
                      <a:pt x="597598" y="794068"/>
                    </a:lnTo>
                    <a:lnTo>
                      <a:pt x="597598" y="860108"/>
                    </a:lnTo>
                    <a:lnTo>
                      <a:pt x="523049" y="860108"/>
                    </a:lnTo>
                    <a:lnTo>
                      <a:pt x="523049" y="926148"/>
                    </a:lnTo>
                    <a:lnTo>
                      <a:pt x="223711" y="926148"/>
                    </a:lnTo>
                    <a:lnTo>
                      <a:pt x="223711" y="860108"/>
                    </a:lnTo>
                    <a:lnTo>
                      <a:pt x="149161" y="860108"/>
                    </a:lnTo>
                    <a:lnTo>
                      <a:pt x="149161" y="926148"/>
                    </a:lnTo>
                    <a:lnTo>
                      <a:pt x="0" y="926148"/>
                    </a:lnTo>
                    <a:close/>
                    <a:moveTo>
                      <a:pt x="447992" y="794068"/>
                    </a:moveTo>
                    <a:lnTo>
                      <a:pt x="447992" y="728027"/>
                    </a:lnTo>
                    <a:lnTo>
                      <a:pt x="523113" y="728027"/>
                    </a:lnTo>
                    <a:lnTo>
                      <a:pt x="523113" y="463042"/>
                    </a:lnTo>
                    <a:lnTo>
                      <a:pt x="447992" y="463042"/>
                    </a:lnTo>
                    <a:lnTo>
                      <a:pt x="447992" y="397002"/>
                    </a:lnTo>
                    <a:lnTo>
                      <a:pt x="223711" y="397002"/>
                    </a:lnTo>
                    <a:lnTo>
                      <a:pt x="223711" y="463042"/>
                    </a:lnTo>
                    <a:lnTo>
                      <a:pt x="149161" y="463042"/>
                    </a:lnTo>
                    <a:lnTo>
                      <a:pt x="149161" y="728027"/>
                    </a:lnTo>
                    <a:lnTo>
                      <a:pt x="223711" y="728027"/>
                    </a:lnTo>
                    <a:lnTo>
                      <a:pt x="223711" y="794068"/>
                    </a:lnTo>
                    <a:lnTo>
                      <a:pt x="447992" y="79406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4" name="Google Shape;2294;p12"/>
              <p:cNvSpPr/>
              <p:nvPr/>
            </p:nvSpPr>
            <p:spPr>
              <a:xfrm>
                <a:off x="2049409" y="3974898"/>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5" name="Google Shape;2295;p12"/>
              <p:cNvSpPr/>
              <p:nvPr/>
            </p:nvSpPr>
            <p:spPr>
              <a:xfrm>
                <a:off x="1744815" y="3729480"/>
                <a:ext cx="104364" cy="685302"/>
              </a:xfrm>
              <a:custGeom>
                <a:rect b="b" l="l" r="r" t="t"/>
                <a:pathLst>
                  <a:path extrusionOk="0" h="926084" w="141033">
                    <a:moveTo>
                      <a:pt x="0" y="0"/>
                    </a:moveTo>
                    <a:lnTo>
                      <a:pt x="141034" y="0"/>
                    </a:lnTo>
                    <a:lnTo>
                      <a:pt x="141034" y="926084"/>
                    </a:lnTo>
                    <a:lnTo>
                      <a:pt x="0" y="92608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96" name="Google Shape;2296;p12"/>
              <p:cNvSpPr/>
              <p:nvPr/>
            </p:nvSpPr>
            <p:spPr>
              <a:xfrm>
                <a:off x="2049409" y="4269457"/>
                <a:ext cx="104364" cy="98114"/>
              </a:xfrm>
              <a:custGeom>
                <a:rect b="b" l="l" r="r" t="t"/>
                <a:pathLst>
                  <a:path extrusionOk="0" h="132587" w="141033">
                    <a:moveTo>
                      <a:pt x="0" y="0"/>
                    </a:moveTo>
                    <a:lnTo>
                      <a:pt x="141034" y="0"/>
                    </a:lnTo>
                    <a:lnTo>
                      <a:pt x="141034"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297" name="Google Shape;2297;p12"/>
          <p:cNvGrpSpPr/>
          <p:nvPr/>
        </p:nvGrpSpPr>
        <p:grpSpPr>
          <a:xfrm>
            <a:off x="1611347" y="1932307"/>
            <a:ext cx="946911" cy="966699"/>
            <a:chOff x="151447" y="3590017"/>
            <a:chExt cx="946911" cy="966699"/>
          </a:xfrm>
        </p:grpSpPr>
        <p:grpSp>
          <p:nvGrpSpPr>
            <p:cNvPr id="2298" name="Google Shape;2298;p12"/>
            <p:cNvGrpSpPr/>
            <p:nvPr/>
          </p:nvGrpSpPr>
          <p:grpSpPr>
            <a:xfrm>
              <a:off x="151447" y="3590017"/>
              <a:ext cx="946911" cy="966699"/>
              <a:chOff x="373316" y="340487"/>
              <a:chExt cx="1276160" cy="1302829"/>
            </a:xfrm>
          </p:grpSpPr>
          <p:sp>
            <p:nvSpPr>
              <p:cNvPr id="2299" name="Google Shape;2299;p12"/>
              <p:cNvSpPr/>
              <p:nvPr/>
            </p:nvSpPr>
            <p:spPr>
              <a:xfrm>
                <a:off x="373316"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dk2"/>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0" name="Google Shape;2300;p12"/>
              <p:cNvSpPr/>
              <p:nvPr/>
            </p:nvSpPr>
            <p:spPr>
              <a:xfrm>
                <a:off x="164312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1" name="Google Shape;2301;p12"/>
              <p:cNvSpPr/>
              <p:nvPr/>
            </p:nvSpPr>
            <p:spPr>
              <a:xfrm>
                <a:off x="55791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2" name="Google Shape;2302;p12"/>
              <p:cNvSpPr/>
              <p:nvPr/>
            </p:nvSpPr>
            <p:spPr>
              <a:xfrm>
                <a:off x="74250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3" name="Google Shape;2303;p12"/>
              <p:cNvSpPr/>
              <p:nvPr/>
            </p:nvSpPr>
            <p:spPr>
              <a:xfrm>
                <a:off x="92710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4" name="Google Shape;2304;p12"/>
              <p:cNvSpPr/>
              <p:nvPr/>
            </p:nvSpPr>
            <p:spPr>
              <a:xfrm>
                <a:off x="111163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5" name="Google Shape;2305;p12"/>
              <p:cNvSpPr/>
              <p:nvPr/>
            </p:nvSpPr>
            <p:spPr>
              <a:xfrm>
                <a:off x="1296225"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6" name="Google Shape;2306;p12"/>
              <p:cNvSpPr/>
              <p:nvPr/>
            </p:nvSpPr>
            <p:spPr>
              <a:xfrm>
                <a:off x="1480820"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7" name="Google Shape;2307;p12"/>
              <p:cNvSpPr/>
              <p:nvPr/>
            </p:nvSpPr>
            <p:spPr>
              <a:xfrm>
                <a:off x="373316"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8" name="Google Shape;2308;p12"/>
              <p:cNvSpPr/>
              <p:nvPr/>
            </p:nvSpPr>
            <p:spPr>
              <a:xfrm>
                <a:off x="373316"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9" name="Google Shape;2309;p12"/>
              <p:cNvSpPr/>
              <p:nvPr/>
            </p:nvSpPr>
            <p:spPr>
              <a:xfrm>
                <a:off x="373316"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0" name="Google Shape;2310;p12"/>
              <p:cNvSpPr/>
              <p:nvPr/>
            </p:nvSpPr>
            <p:spPr>
              <a:xfrm>
                <a:off x="373316"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1" name="Google Shape;2311;p12"/>
              <p:cNvSpPr/>
              <p:nvPr/>
            </p:nvSpPr>
            <p:spPr>
              <a:xfrm>
                <a:off x="373316"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2" name="Google Shape;2312;p12"/>
              <p:cNvSpPr/>
              <p:nvPr/>
            </p:nvSpPr>
            <p:spPr>
              <a:xfrm>
                <a:off x="373316"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3" name="Google Shape;2313;p12"/>
              <p:cNvSpPr/>
              <p:nvPr/>
            </p:nvSpPr>
            <p:spPr>
              <a:xfrm>
                <a:off x="373316"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4" name="Google Shape;2314;p12"/>
              <p:cNvSpPr/>
              <p:nvPr/>
            </p:nvSpPr>
            <p:spPr>
              <a:xfrm>
                <a:off x="373316"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15" name="Google Shape;2315;p12"/>
            <p:cNvGrpSpPr/>
            <p:nvPr/>
          </p:nvGrpSpPr>
          <p:grpSpPr>
            <a:xfrm>
              <a:off x="288463" y="3729601"/>
              <a:ext cx="685212" cy="687570"/>
              <a:chOff x="288463" y="3729601"/>
              <a:chExt cx="685212" cy="687570"/>
            </a:xfrm>
          </p:grpSpPr>
          <p:sp>
            <p:nvSpPr>
              <p:cNvPr id="2316" name="Google Shape;2316;p12"/>
              <p:cNvSpPr/>
              <p:nvPr/>
            </p:nvSpPr>
            <p:spPr>
              <a:xfrm>
                <a:off x="288463" y="3729601"/>
                <a:ext cx="685212" cy="687570"/>
              </a:xfrm>
              <a:custGeom>
                <a:rect b="b" l="l" r="r" t="t"/>
                <a:pathLst>
                  <a:path extrusionOk="0" h="926020" w="922845">
                    <a:moveTo>
                      <a:pt x="204724" y="925894"/>
                    </a:moveTo>
                    <a:lnTo>
                      <a:pt x="204724" y="833438"/>
                    </a:lnTo>
                    <a:lnTo>
                      <a:pt x="102362" y="833438"/>
                    </a:lnTo>
                    <a:lnTo>
                      <a:pt x="102362" y="740982"/>
                    </a:lnTo>
                    <a:lnTo>
                      <a:pt x="0" y="740982"/>
                    </a:lnTo>
                    <a:lnTo>
                      <a:pt x="0" y="555371"/>
                    </a:lnTo>
                    <a:lnTo>
                      <a:pt x="102362" y="555371"/>
                    </a:lnTo>
                    <a:lnTo>
                      <a:pt x="102362" y="462915"/>
                    </a:lnTo>
                    <a:lnTo>
                      <a:pt x="307150" y="462915"/>
                    </a:lnTo>
                    <a:lnTo>
                      <a:pt x="307150" y="370459"/>
                    </a:lnTo>
                    <a:lnTo>
                      <a:pt x="718122" y="370459"/>
                    </a:lnTo>
                    <a:lnTo>
                      <a:pt x="718122" y="277368"/>
                    </a:lnTo>
                    <a:lnTo>
                      <a:pt x="615061" y="277368"/>
                    </a:lnTo>
                    <a:lnTo>
                      <a:pt x="615061" y="184912"/>
                    </a:lnTo>
                    <a:lnTo>
                      <a:pt x="307213" y="184912"/>
                    </a:lnTo>
                    <a:lnTo>
                      <a:pt x="307213" y="277368"/>
                    </a:lnTo>
                    <a:lnTo>
                      <a:pt x="63" y="277368"/>
                    </a:lnTo>
                    <a:lnTo>
                      <a:pt x="63" y="184912"/>
                    </a:lnTo>
                    <a:lnTo>
                      <a:pt x="102425" y="184912"/>
                    </a:lnTo>
                    <a:lnTo>
                      <a:pt x="102425" y="92456"/>
                    </a:lnTo>
                    <a:lnTo>
                      <a:pt x="204788" y="92456"/>
                    </a:lnTo>
                    <a:lnTo>
                      <a:pt x="204788" y="0"/>
                    </a:lnTo>
                    <a:lnTo>
                      <a:pt x="718122" y="0"/>
                    </a:lnTo>
                    <a:lnTo>
                      <a:pt x="718122" y="92456"/>
                    </a:lnTo>
                    <a:lnTo>
                      <a:pt x="820484" y="92456"/>
                    </a:lnTo>
                    <a:lnTo>
                      <a:pt x="820484" y="184912"/>
                    </a:lnTo>
                    <a:lnTo>
                      <a:pt x="922845" y="184912"/>
                    </a:lnTo>
                    <a:lnTo>
                      <a:pt x="922845" y="926021"/>
                    </a:lnTo>
                    <a:lnTo>
                      <a:pt x="718058" y="926021"/>
                    </a:lnTo>
                    <a:lnTo>
                      <a:pt x="718058" y="833565"/>
                    </a:lnTo>
                    <a:lnTo>
                      <a:pt x="614998" y="833565"/>
                    </a:lnTo>
                    <a:lnTo>
                      <a:pt x="614998" y="926021"/>
                    </a:lnTo>
                    <a:lnTo>
                      <a:pt x="204724" y="926021"/>
                    </a:lnTo>
                    <a:close/>
                    <a:moveTo>
                      <a:pt x="614998" y="740918"/>
                    </a:moveTo>
                    <a:lnTo>
                      <a:pt x="614998" y="648462"/>
                    </a:lnTo>
                    <a:lnTo>
                      <a:pt x="718058" y="648462"/>
                    </a:lnTo>
                    <a:lnTo>
                      <a:pt x="718058" y="462852"/>
                    </a:lnTo>
                    <a:lnTo>
                      <a:pt x="614998" y="462852"/>
                    </a:lnTo>
                    <a:lnTo>
                      <a:pt x="614998" y="555308"/>
                    </a:lnTo>
                    <a:lnTo>
                      <a:pt x="255968" y="555308"/>
                    </a:lnTo>
                    <a:lnTo>
                      <a:pt x="255968" y="740918"/>
                    </a:lnTo>
                    <a:lnTo>
                      <a:pt x="614998" y="74091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7" name="Google Shape;2317;p12"/>
              <p:cNvSpPr/>
              <p:nvPr/>
            </p:nvSpPr>
            <p:spPr>
              <a:xfrm>
                <a:off x="425385" y="4318234"/>
                <a:ext cx="250690" cy="98446"/>
              </a:xfrm>
              <a:custGeom>
                <a:rect b="b" l="l" r="r" t="t"/>
                <a:pathLst>
                  <a:path extrusionOk="0" h="132587" w="337629">
                    <a:moveTo>
                      <a:pt x="0" y="0"/>
                    </a:moveTo>
                    <a:lnTo>
                      <a:pt x="337630" y="0"/>
                    </a:lnTo>
                    <a:lnTo>
                      <a:pt x="337630"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8" name="Google Shape;2318;p12"/>
              <p:cNvSpPr/>
              <p:nvPr/>
            </p:nvSpPr>
            <p:spPr>
              <a:xfrm>
                <a:off x="722694" y="4043401"/>
                <a:ext cx="250690" cy="98446"/>
              </a:xfrm>
              <a:custGeom>
                <a:rect b="b" l="l" r="r" t="t"/>
                <a:pathLst>
                  <a:path extrusionOk="0" h="132587" w="337629">
                    <a:moveTo>
                      <a:pt x="0" y="0"/>
                    </a:moveTo>
                    <a:lnTo>
                      <a:pt x="337629" y="0"/>
                    </a:lnTo>
                    <a:lnTo>
                      <a:pt x="337629" y="132588"/>
                    </a:lnTo>
                    <a:lnTo>
                      <a:pt x="0" y="13258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319" name="Google Shape;2319;p12"/>
          <p:cNvGrpSpPr/>
          <p:nvPr/>
        </p:nvGrpSpPr>
        <p:grpSpPr>
          <a:xfrm>
            <a:off x="6780898" y="1932294"/>
            <a:ext cx="946911" cy="966699"/>
            <a:chOff x="2725798" y="3590032"/>
            <a:chExt cx="946911" cy="966699"/>
          </a:xfrm>
        </p:grpSpPr>
        <p:grpSp>
          <p:nvGrpSpPr>
            <p:cNvPr id="2320" name="Google Shape;2320;p12"/>
            <p:cNvGrpSpPr/>
            <p:nvPr/>
          </p:nvGrpSpPr>
          <p:grpSpPr>
            <a:xfrm>
              <a:off x="2725798" y="3590032"/>
              <a:ext cx="946911" cy="966699"/>
              <a:chOff x="2040572" y="340487"/>
              <a:chExt cx="1276160" cy="1302829"/>
            </a:xfrm>
          </p:grpSpPr>
          <p:grpSp>
            <p:nvGrpSpPr>
              <p:cNvPr id="2321" name="Google Shape;2321;p12"/>
              <p:cNvGrpSpPr/>
              <p:nvPr/>
            </p:nvGrpSpPr>
            <p:grpSpPr>
              <a:xfrm>
                <a:off x="2040572" y="340487"/>
                <a:ext cx="1276160" cy="1302829"/>
                <a:chOff x="2040572" y="340487"/>
                <a:chExt cx="1276160" cy="1302829"/>
              </a:xfrm>
            </p:grpSpPr>
            <p:sp>
              <p:nvSpPr>
                <p:cNvPr id="2322" name="Google Shape;2322;p12"/>
                <p:cNvSpPr/>
                <p:nvPr/>
              </p:nvSpPr>
              <p:spPr>
                <a:xfrm>
                  <a:off x="2040572" y="340487"/>
                  <a:ext cx="1269809" cy="1296479"/>
                </a:xfrm>
                <a:custGeom>
                  <a:rect b="b" l="l" r="r" t="t"/>
                  <a:pathLst>
                    <a:path extrusionOk="0" h="1296479" w="1269809">
                      <a:moveTo>
                        <a:pt x="0" y="0"/>
                      </a:moveTo>
                      <a:lnTo>
                        <a:pt x="1269810" y="0"/>
                      </a:lnTo>
                      <a:lnTo>
                        <a:pt x="1269810" y="1296480"/>
                      </a:lnTo>
                      <a:lnTo>
                        <a:pt x="0" y="1296480"/>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3" name="Google Shape;2323;p12"/>
                <p:cNvSpPr/>
                <p:nvPr/>
              </p:nvSpPr>
              <p:spPr>
                <a:xfrm>
                  <a:off x="331038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4" name="Google Shape;2324;p12"/>
                <p:cNvSpPr/>
                <p:nvPr/>
              </p:nvSpPr>
              <p:spPr>
                <a:xfrm>
                  <a:off x="222516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5" name="Google Shape;2325;p12"/>
                <p:cNvSpPr/>
                <p:nvPr/>
              </p:nvSpPr>
              <p:spPr>
                <a:xfrm>
                  <a:off x="240976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6" name="Google Shape;2326;p12"/>
                <p:cNvSpPr/>
                <p:nvPr/>
              </p:nvSpPr>
              <p:spPr>
                <a:xfrm>
                  <a:off x="2594292"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7" name="Google Shape;2327;p12"/>
                <p:cNvSpPr/>
                <p:nvPr/>
              </p:nvSpPr>
              <p:spPr>
                <a:xfrm>
                  <a:off x="2778887"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8" name="Google Shape;2328;p12"/>
                <p:cNvSpPr/>
                <p:nvPr/>
              </p:nvSpPr>
              <p:spPr>
                <a:xfrm>
                  <a:off x="2963481"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29" name="Google Shape;2329;p12"/>
                <p:cNvSpPr/>
                <p:nvPr/>
              </p:nvSpPr>
              <p:spPr>
                <a:xfrm>
                  <a:off x="3148076" y="340487"/>
                  <a:ext cx="6350" cy="1296479"/>
                </a:xfrm>
                <a:custGeom>
                  <a:rect b="b" l="l" r="r" t="t"/>
                  <a:pathLst>
                    <a:path extrusionOk="0" h="1296479" w="6350">
                      <a:moveTo>
                        <a:pt x="0" y="0"/>
                      </a:moveTo>
                      <a:lnTo>
                        <a:pt x="0" y="129648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0" name="Google Shape;2330;p12"/>
                <p:cNvSpPr/>
                <p:nvPr/>
              </p:nvSpPr>
              <p:spPr>
                <a:xfrm>
                  <a:off x="2040572" y="525653"/>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1" name="Google Shape;2331;p12"/>
                <p:cNvSpPr/>
                <p:nvPr/>
              </p:nvSpPr>
              <p:spPr>
                <a:xfrm>
                  <a:off x="2040572" y="34048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2" name="Google Shape;2332;p12"/>
                <p:cNvSpPr/>
                <p:nvPr/>
              </p:nvSpPr>
              <p:spPr>
                <a:xfrm>
                  <a:off x="2040572" y="145173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3" name="Google Shape;2333;p12"/>
                <p:cNvSpPr/>
                <p:nvPr/>
              </p:nvSpPr>
              <p:spPr>
                <a:xfrm>
                  <a:off x="2040572" y="1636966"/>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4" name="Google Shape;2334;p12"/>
                <p:cNvSpPr/>
                <p:nvPr/>
              </p:nvSpPr>
              <p:spPr>
                <a:xfrm>
                  <a:off x="2040572" y="1266507"/>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5" name="Google Shape;2335;p12"/>
                <p:cNvSpPr/>
                <p:nvPr/>
              </p:nvSpPr>
              <p:spPr>
                <a:xfrm>
                  <a:off x="2040572" y="1081278"/>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6" name="Google Shape;2336;p12"/>
                <p:cNvSpPr/>
                <p:nvPr/>
              </p:nvSpPr>
              <p:spPr>
                <a:xfrm>
                  <a:off x="2040572" y="89611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7" name="Google Shape;2337;p12"/>
                <p:cNvSpPr/>
                <p:nvPr/>
              </p:nvSpPr>
              <p:spPr>
                <a:xfrm>
                  <a:off x="2040572" y="710882"/>
                  <a:ext cx="1269809" cy="6350"/>
                </a:xfrm>
                <a:custGeom>
                  <a:rect b="b" l="l" r="r" t="t"/>
                  <a:pathLst>
                    <a:path extrusionOk="0" h="6350" w="1269809">
                      <a:moveTo>
                        <a:pt x="0" y="0"/>
                      </a:moveTo>
                      <a:lnTo>
                        <a:pt x="1269810" y="0"/>
                      </a:lnTo>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338" name="Google Shape;2338;p12"/>
              <p:cNvSpPr/>
              <p:nvPr/>
            </p:nvSpPr>
            <p:spPr>
              <a:xfrm>
                <a:off x="2593657" y="525653"/>
                <a:ext cx="185229" cy="185229"/>
              </a:xfrm>
              <a:custGeom>
                <a:rect b="b" l="l" r="r" t="t"/>
                <a:pathLst>
                  <a:path extrusionOk="0" h="185229" w="185229">
                    <a:moveTo>
                      <a:pt x="0" y="0"/>
                    </a:moveTo>
                    <a:lnTo>
                      <a:pt x="185230" y="0"/>
                    </a:lnTo>
                    <a:lnTo>
                      <a:pt x="185230" y="185229"/>
                    </a:lnTo>
                    <a:lnTo>
                      <a:pt x="0" y="185229"/>
                    </a:lnTo>
                    <a:close/>
                  </a:path>
                </a:pathLst>
              </a:custGeom>
              <a:solidFill>
                <a:schemeClr val="accen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339" name="Google Shape;2339;p12"/>
            <p:cNvSpPr/>
            <p:nvPr/>
          </p:nvSpPr>
          <p:spPr>
            <a:xfrm>
              <a:off x="2862815" y="3729522"/>
              <a:ext cx="618874" cy="687570"/>
            </a:xfrm>
            <a:custGeom>
              <a:rect b="b" l="l" r="r" t="t"/>
              <a:pathLst>
                <a:path extrusionOk="0" h="926020" w="833501">
                  <a:moveTo>
                    <a:pt x="184912" y="926020"/>
                  </a:moveTo>
                  <a:lnTo>
                    <a:pt x="184912" y="833565"/>
                  </a:lnTo>
                  <a:lnTo>
                    <a:pt x="92456" y="833565"/>
                  </a:lnTo>
                  <a:lnTo>
                    <a:pt x="92456" y="741109"/>
                  </a:lnTo>
                  <a:lnTo>
                    <a:pt x="0" y="741109"/>
                  </a:lnTo>
                  <a:lnTo>
                    <a:pt x="0" y="184912"/>
                  </a:lnTo>
                  <a:lnTo>
                    <a:pt x="92456" y="184912"/>
                  </a:lnTo>
                  <a:lnTo>
                    <a:pt x="92456" y="92456"/>
                  </a:lnTo>
                  <a:lnTo>
                    <a:pt x="184912" y="92456"/>
                  </a:lnTo>
                  <a:lnTo>
                    <a:pt x="184912" y="0"/>
                  </a:lnTo>
                  <a:lnTo>
                    <a:pt x="648589" y="0"/>
                  </a:lnTo>
                  <a:lnTo>
                    <a:pt x="648589" y="92456"/>
                  </a:lnTo>
                  <a:lnTo>
                    <a:pt x="741045" y="92456"/>
                  </a:lnTo>
                  <a:lnTo>
                    <a:pt x="741045" y="184912"/>
                  </a:lnTo>
                  <a:lnTo>
                    <a:pt x="833501" y="184912"/>
                  </a:lnTo>
                  <a:lnTo>
                    <a:pt x="833501" y="370523"/>
                  </a:lnTo>
                  <a:lnTo>
                    <a:pt x="648526" y="370523"/>
                  </a:lnTo>
                  <a:lnTo>
                    <a:pt x="648526" y="277432"/>
                  </a:lnTo>
                  <a:lnTo>
                    <a:pt x="555435" y="277432"/>
                  </a:lnTo>
                  <a:lnTo>
                    <a:pt x="555435" y="184975"/>
                  </a:lnTo>
                  <a:lnTo>
                    <a:pt x="277368" y="184975"/>
                  </a:lnTo>
                  <a:lnTo>
                    <a:pt x="277368" y="277432"/>
                  </a:lnTo>
                  <a:lnTo>
                    <a:pt x="184912" y="277432"/>
                  </a:lnTo>
                  <a:lnTo>
                    <a:pt x="184912" y="648589"/>
                  </a:lnTo>
                  <a:lnTo>
                    <a:pt x="277368" y="648589"/>
                  </a:lnTo>
                  <a:lnTo>
                    <a:pt x="277368" y="741045"/>
                  </a:lnTo>
                  <a:lnTo>
                    <a:pt x="555435" y="741045"/>
                  </a:lnTo>
                  <a:lnTo>
                    <a:pt x="555435" y="648589"/>
                  </a:lnTo>
                  <a:lnTo>
                    <a:pt x="648526" y="648589"/>
                  </a:lnTo>
                  <a:lnTo>
                    <a:pt x="648526" y="555498"/>
                  </a:lnTo>
                  <a:lnTo>
                    <a:pt x="833501" y="555498"/>
                  </a:lnTo>
                  <a:lnTo>
                    <a:pt x="833501" y="741109"/>
                  </a:lnTo>
                  <a:lnTo>
                    <a:pt x="741045" y="741109"/>
                  </a:lnTo>
                  <a:lnTo>
                    <a:pt x="741045" y="833565"/>
                  </a:lnTo>
                  <a:lnTo>
                    <a:pt x="648589" y="833565"/>
                  </a:lnTo>
                  <a:lnTo>
                    <a:pt x="648589" y="926020"/>
                  </a:lnTo>
                  <a:lnTo>
                    <a:pt x="184912" y="92602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3" name="Shape 2343"/>
        <p:cNvGrpSpPr/>
        <p:nvPr/>
      </p:nvGrpSpPr>
      <p:grpSpPr>
        <a:xfrm>
          <a:off x="0" y="0"/>
          <a:ext cx="0" cy="0"/>
          <a:chOff x="0" y="0"/>
          <a:chExt cx="0" cy="0"/>
        </a:xfrm>
      </p:grpSpPr>
      <p:sp>
        <p:nvSpPr>
          <p:cNvPr id="2344" name="Google Shape;2344;p13"/>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45" name="Google Shape;2345;p13"/>
          <p:cNvGrpSpPr/>
          <p:nvPr/>
        </p:nvGrpSpPr>
        <p:grpSpPr>
          <a:xfrm>
            <a:off x="7317975" y="721788"/>
            <a:ext cx="429650" cy="431375"/>
            <a:chOff x="6684050" y="721788"/>
            <a:chExt cx="429650" cy="431375"/>
          </a:xfrm>
        </p:grpSpPr>
        <p:sp>
          <p:nvSpPr>
            <p:cNvPr id="2346" name="Google Shape;2346;p13"/>
            <p:cNvSpPr/>
            <p:nvPr/>
          </p:nvSpPr>
          <p:spPr>
            <a:xfrm>
              <a:off x="6684050" y="721788"/>
              <a:ext cx="342900" cy="3429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47" name="Google Shape;2347;p13"/>
            <p:cNvCxnSpPr/>
            <p:nvPr/>
          </p:nvCxnSpPr>
          <p:spPr>
            <a:xfrm>
              <a:off x="6973000" y="1012463"/>
              <a:ext cx="140700" cy="140700"/>
            </a:xfrm>
            <a:prstGeom prst="straightConnector1">
              <a:avLst/>
            </a:prstGeom>
            <a:noFill/>
            <a:ln cap="flat" cmpd="sng" w="28575">
              <a:solidFill>
                <a:schemeClr val="lt1"/>
              </a:solidFill>
              <a:prstDash val="solid"/>
              <a:round/>
              <a:headEnd len="sm" w="sm" type="none"/>
              <a:tailEnd len="sm" w="sm" type="none"/>
            </a:ln>
          </p:spPr>
        </p:cxnSp>
      </p:grpSp>
      <p:sp>
        <p:nvSpPr>
          <p:cNvPr id="2348" name="Google Shape;2348;p13"/>
          <p:cNvSpPr/>
          <p:nvPr/>
        </p:nvSpPr>
        <p:spPr>
          <a:xfrm>
            <a:off x="1170750" y="3332875"/>
            <a:ext cx="3407400" cy="1311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9" name="Google Shape;2349;p13"/>
          <p:cNvSpPr/>
          <p:nvPr/>
        </p:nvSpPr>
        <p:spPr>
          <a:xfrm>
            <a:off x="1170750" y="1518600"/>
            <a:ext cx="1689300" cy="16794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50" name="Google Shape;2350;p13"/>
          <p:cNvGrpSpPr/>
          <p:nvPr/>
        </p:nvGrpSpPr>
        <p:grpSpPr>
          <a:xfrm>
            <a:off x="1240925" y="1619925"/>
            <a:ext cx="277873" cy="68400"/>
            <a:chOff x="1240925" y="1619925"/>
            <a:chExt cx="277873" cy="68400"/>
          </a:xfrm>
        </p:grpSpPr>
        <p:sp>
          <p:nvSpPr>
            <p:cNvPr id="2351" name="Google Shape;2351;p13"/>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2" name="Google Shape;2352;p13"/>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3" name="Google Shape;2353;p13"/>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54" name="Google Shape;2354;p13"/>
          <p:cNvGrpSpPr/>
          <p:nvPr/>
        </p:nvGrpSpPr>
        <p:grpSpPr>
          <a:xfrm>
            <a:off x="1240925" y="3434200"/>
            <a:ext cx="277873" cy="68400"/>
            <a:chOff x="1240925" y="3434200"/>
            <a:chExt cx="277873" cy="68400"/>
          </a:xfrm>
        </p:grpSpPr>
        <p:sp>
          <p:nvSpPr>
            <p:cNvPr id="2355" name="Google Shape;2355;p13"/>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p13"/>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7" name="Google Shape;2357;p13"/>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58" name="Google Shape;2358;p13"/>
          <p:cNvSpPr/>
          <p:nvPr/>
        </p:nvSpPr>
        <p:spPr>
          <a:xfrm flipH="1">
            <a:off x="316342" y="3738950"/>
            <a:ext cx="1917565" cy="1025628"/>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9" name="Google Shape;2359;p13"/>
          <p:cNvSpPr/>
          <p:nvPr/>
        </p:nvSpPr>
        <p:spPr>
          <a:xfrm>
            <a:off x="4875000" y="1575475"/>
            <a:ext cx="3103500" cy="27198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60" name="Google Shape;2360;p13"/>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cxnSp>
        <p:nvCxnSpPr>
          <p:cNvPr id="2361" name="Google Shape;2361;p13"/>
          <p:cNvCxnSpPr/>
          <p:nvPr/>
        </p:nvCxnSpPr>
        <p:spPr>
          <a:xfrm rot="10800000">
            <a:off x="6131750" y="578063"/>
            <a:ext cx="0" cy="718800"/>
          </a:xfrm>
          <a:prstGeom prst="straightConnector1">
            <a:avLst/>
          </a:prstGeom>
          <a:noFill/>
          <a:ln cap="flat" cmpd="sng" w="9525">
            <a:solidFill>
              <a:schemeClr val="lt1"/>
            </a:solidFill>
            <a:prstDash val="solid"/>
            <a:round/>
            <a:headEnd len="sm" w="sm" type="none"/>
            <a:tailEnd len="sm" w="sm" type="none"/>
          </a:ln>
        </p:spPr>
      </p:cxnSp>
      <p:sp>
        <p:nvSpPr>
          <p:cNvPr id="2362" name="Google Shape;2362;p13"/>
          <p:cNvSpPr txBox="1"/>
          <p:nvPr/>
        </p:nvSpPr>
        <p:spPr>
          <a:xfrm>
            <a:off x="552875" y="3833500"/>
            <a:ext cx="1444500" cy="52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Lexend"/>
              <a:ea typeface="Lexend"/>
              <a:cs typeface="Lexend"/>
              <a:sym typeface="Lexend"/>
            </a:endParaRPr>
          </a:p>
        </p:txBody>
      </p:sp>
      <p:sp>
        <p:nvSpPr>
          <p:cNvPr id="2363" name="Google Shape;2363;p13"/>
          <p:cNvSpPr txBox="1"/>
          <p:nvPr/>
        </p:nvSpPr>
        <p:spPr>
          <a:xfrm>
            <a:off x="2240189" y="3496050"/>
            <a:ext cx="2050500" cy="1196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1381"/>
              <a:buFont typeface="Arial"/>
              <a:buNone/>
            </a:pPr>
            <a:r>
              <a:t/>
            </a:r>
            <a:endParaRPr b="0" i="0" sz="1381"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364" name="Google Shape;2364;p13"/>
          <p:cNvSpPr txBox="1"/>
          <p:nvPr/>
        </p:nvSpPr>
        <p:spPr>
          <a:xfrm>
            <a:off x="5012075" y="1684625"/>
            <a:ext cx="2825700" cy="23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365" name="Google Shape;2365;p13"/>
          <p:cNvSpPr txBox="1"/>
          <p:nvPr>
            <p:ph type="title"/>
          </p:nvPr>
        </p:nvSpPr>
        <p:spPr>
          <a:xfrm>
            <a:off x="1579100" y="689550"/>
            <a:ext cx="4432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2500"/>
              <a:t>Prevention Mechanisms</a:t>
            </a:r>
            <a:endParaRPr sz="2500"/>
          </a:p>
        </p:txBody>
      </p:sp>
      <p:pic>
        <p:nvPicPr>
          <p:cNvPr id="2366" name="Google Shape;2366;p13"/>
          <p:cNvPicPr preferRelativeResize="0"/>
          <p:nvPr/>
        </p:nvPicPr>
        <p:blipFill rotWithShape="1">
          <a:blip r:embed="rId3">
            <a:alphaModFix/>
          </a:blip>
          <a:srcRect b="0" l="0" r="0" t="0"/>
          <a:stretch/>
        </p:blipFill>
        <p:spPr>
          <a:xfrm>
            <a:off x="1170750" y="1719500"/>
            <a:ext cx="1689300" cy="1500000"/>
          </a:xfrm>
          <a:prstGeom prst="rect">
            <a:avLst/>
          </a:prstGeom>
          <a:noFill/>
          <a:ln>
            <a:noFill/>
          </a:ln>
          <a:effectLst>
            <a:outerShdw blurRad="57150" rotWithShape="0" algn="bl" dist="19050">
              <a:srgbClr val="000000">
                <a:alpha val="10980"/>
              </a:srgbClr>
            </a:outerShdw>
          </a:effectLst>
        </p:spPr>
      </p:pic>
      <p:sp>
        <p:nvSpPr>
          <p:cNvPr id="2367" name="Google Shape;2367;p13"/>
          <p:cNvSpPr txBox="1"/>
          <p:nvPr/>
        </p:nvSpPr>
        <p:spPr>
          <a:xfrm>
            <a:off x="4875000" y="1877925"/>
            <a:ext cx="2895600" cy="27198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In this experiment, prevention focused on limiting exposure to phishing attacks by proactively identifying and eliminating threats. </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Using machine learning models trained on datasets of spam and actual emails, the system was made to prevent phishing content from ever reaching the user.</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rPr lang="en" sz="1000">
                <a:solidFill>
                  <a:schemeClr val="dk1"/>
                </a:solidFill>
                <a:latin typeface="Lexend Light"/>
                <a:ea typeface="Lexend Light"/>
                <a:cs typeface="Lexend Light"/>
                <a:sym typeface="Lexend Light"/>
              </a:rPr>
              <a:t>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This approach allowed us to reduce reliance on user awareness. </a:t>
            </a:r>
            <a:endParaRPr sz="1000">
              <a:solidFill>
                <a:schemeClr val="dk1"/>
              </a:solidFill>
              <a:latin typeface="Lexend Light"/>
              <a:ea typeface="Lexend Light"/>
              <a:cs typeface="Lexend Light"/>
              <a:sym typeface="Lexend Light"/>
            </a:endParaRPr>
          </a:p>
        </p:txBody>
      </p:sp>
      <p:grpSp>
        <p:nvGrpSpPr>
          <p:cNvPr id="2368" name="Google Shape;2368;p13"/>
          <p:cNvGrpSpPr/>
          <p:nvPr/>
        </p:nvGrpSpPr>
        <p:grpSpPr>
          <a:xfrm>
            <a:off x="4995475" y="1684625"/>
            <a:ext cx="277873" cy="68400"/>
            <a:chOff x="1240925" y="1619925"/>
            <a:chExt cx="277873" cy="68400"/>
          </a:xfrm>
        </p:grpSpPr>
        <p:sp>
          <p:nvSpPr>
            <p:cNvPr id="2369" name="Google Shape;2369;p13"/>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0" name="Google Shape;2370;p13"/>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1" name="Google Shape;2371;p13"/>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72" name="Google Shape;2372;p13"/>
          <p:cNvSpPr txBox="1"/>
          <p:nvPr/>
        </p:nvSpPr>
        <p:spPr>
          <a:xfrm>
            <a:off x="582800" y="3853000"/>
            <a:ext cx="1396800" cy="4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Caution</a:t>
            </a:r>
            <a:endParaRPr sz="2400">
              <a:solidFill>
                <a:schemeClr val="dk1"/>
              </a:solidFill>
              <a:latin typeface="Lexend"/>
              <a:ea typeface="Lexend"/>
              <a:cs typeface="Lexend"/>
              <a:sym typeface="Lexend"/>
            </a:endParaRPr>
          </a:p>
        </p:txBody>
      </p:sp>
      <p:sp>
        <p:nvSpPr>
          <p:cNvPr id="2373" name="Google Shape;2373;p13"/>
          <p:cNvSpPr txBox="1"/>
          <p:nvPr/>
        </p:nvSpPr>
        <p:spPr>
          <a:xfrm>
            <a:off x="2271100" y="3543100"/>
            <a:ext cx="1998300" cy="112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Lexend Light"/>
                <a:ea typeface="Lexend Light"/>
                <a:cs typeface="Lexend Light"/>
                <a:sym typeface="Lexend Light"/>
              </a:rPr>
              <a:t>Although there are strong systems in place, bad actors are constantly improving. make sure to stay up to date with new schemes!</a:t>
            </a:r>
            <a:endParaRPr sz="900">
              <a:solidFill>
                <a:schemeClr val="dk1"/>
              </a:solidFill>
              <a:latin typeface="Lexend Light"/>
              <a:ea typeface="Lexend Light"/>
              <a:cs typeface="Lexend Light"/>
              <a:sym typeface="Lexend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7" name="Shape 2377"/>
        <p:cNvGrpSpPr/>
        <p:nvPr/>
      </p:nvGrpSpPr>
      <p:grpSpPr>
        <a:xfrm>
          <a:off x="0" y="0"/>
          <a:ext cx="0" cy="0"/>
          <a:chOff x="0" y="0"/>
          <a:chExt cx="0" cy="0"/>
        </a:xfrm>
      </p:grpSpPr>
      <p:sp>
        <p:nvSpPr>
          <p:cNvPr id="2378" name="Google Shape;2378;p14"/>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79" name="Google Shape;2379;p14"/>
          <p:cNvGrpSpPr/>
          <p:nvPr/>
        </p:nvGrpSpPr>
        <p:grpSpPr>
          <a:xfrm>
            <a:off x="7317975" y="721788"/>
            <a:ext cx="429650" cy="431375"/>
            <a:chOff x="6684050" y="721788"/>
            <a:chExt cx="429650" cy="431375"/>
          </a:xfrm>
        </p:grpSpPr>
        <p:sp>
          <p:nvSpPr>
            <p:cNvPr id="2380" name="Google Shape;2380;p14"/>
            <p:cNvSpPr/>
            <p:nvPr/>
          </p:nvSpPr>
          <p:spPr>
            <a:xfrm>
              <a:off x="6684050" y="721788"/>
              <a:ext cx="342900" cy="3429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81" name="Google Shape;2381;p14"/>
            <p:cNvCxnSpPr/>
            <p:nvPr/>
          </p:nvCxnSpPr>
          <p:spPr>
            <a:xfrm>
              <a:off x="6973000" y="1012463"/>
              <a:ext cx="140700" cy="140700"/>
            </a:xfrm>
            <a:prstGeom prst="straightConnector1">
              <a:avLst/>
            </a:prstGeom>
            <a:noFill/>
            <a:ln cap="flat" cmpd="sng" w="28575">
              <a:solidFill>
                <a:schemeClr val="lt1"/>
              </a:solidFill>
              <a:prstDash val="solid"/>
              <a:round/>
              <a:headEnd len="sm" w="sm" type="none"/>
              <a:tailEnd len="sm" w="sm" type="none"/>
            </a:ln>
          </p:spPr>
        </p:cxnSp>
      </p:grpSp>
      <p:sp>
        <p:nvSpPr>
          <p:cNvPr id="2382" name="Google Shape;2382;p14"/>
          <p:cNvSpPr/>
          <p:nvPr/>
        </p:nvSpPr>
        <p:spPr>
          <a:xfrm>
            <a:off x="1170750" y="3332875"/>
            <a:ext cx="3407400" cy="1500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3" name="Google Shape;2383;p14"/>
          <p:cNvSpPr/>
          <p:nvPr/>
        </p:nvSpPr>
        <p:spPr>
          <a:xfrm>
            <a:off x="1170750" y="1518600"/>
            <a:ext cx="1689300" cy="16794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84" name="Google Shape;2384;p14"/>
          <p:cNvGrpSpPr/>
          <p:nvPr/>
        </p:nvGrpSpPr>
        <p:grpSpPr>
          <a:xfrm>
            <a:off x="1240925" y="1619925"/>
            <a:ext cx="277873" cy="68400"/>
            <a:chOff x="1240925" y="1619925"/>
            <a:chExt cx="277873" cy="68400"/>
          </a:xfrm>
        </p:grpSpPr>
        <p:sp>
          <p:nvSpPr>
            <p:cNvPr id="2385" name="Google Shape;2385;p14"/>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6" name="Google Shape;2386;p14"/>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7" name="Google Shape;2387;p14"/>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88" name="Google Shape;2388;p14"/>
          <p:cNvGrpSpPr/>
          <p:nvPr/>
        </p:nvGrpSpPr>
        <p:grpSpPr>
          <a:xfrm>
            <a:off x="1240925" y="3434200"/>
            <a:ext cx="277873" cy="68400"/>
            <a:chOff x="1240925" y="3434200"/>
            <a:chExt cx="277873" cy="68400"/>
          </a:xfrm>
        </p:grpSpPr>
        <p:sp>
          <p:nvSpPr>
            <p:cNvPr id="2389" name="Google Shape;2389;p14"/>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0" name="Google Shape;2390;p14"/>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1" name="Google Shape;2391;p14"/>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92" name="Google Shape;2392;p14"/>
          <p:cNvSpPr/>
          <p:nvPr/>
        </p:nvSpPr>
        <p:spPr>
          <a:xfrm flipH="1">
            <a:off x="316342" y="3738950"/>
            <a:ext cx="1917565" cy="1025628"/>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3" name="Google Shape;2393;p14"/>
          <p:cNvSpPr/>
          <p:nvPr/>
        </p:nvSpPr>
        <p:spPr>
          <a:xfrm>
            <a:off x="4875000" y="1575475"/>
            <a:ext cx="3103800" cy="29028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394" name="Google Shape;2394;p14"/>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cxnSp>
        <p:nvCxnSpPr>
          <p:cNvPr id="2395" name="Google Shape;2395;p14"/>
          <p:cNvCxnSpPr/>
          <p:nvPr/>
        </p:nvCxnSpPr>
        <p:spPr>
          <a:xfrm rot="10800000">
            <a:off x="6131750" y="578063"/>
            <a:ext cx="0" cy="718800"/>
          </a:xfrm>
          <a:prstGeom prst="straightConnector1">
            <a:avLst/>
          </a:prstGeom>
          <a:noFill/>
          <a:ln cap="flat" cmpd="sng" w="9525">
            <a:solidFill>
              <a:schemeClr val="lt1"/>
            </a:solidFill>
            <a:prstDash val="solid"/>
            <a:round/>
            <a:headEnd len="sm" w="sm" type="none"/>
            <a:tailEnd len="sm" w="sm" type="none"/>
          </a:ln>
        </p:spPr>
      </p:cxnSp>
      <p:sp>
        <p:nvSpPr>
          <p:cNvPr id="2396" name="Google Shape;2396;p14"/>
          <p:cNvSpPr txBox="1"/>
          <p:nvPr/>
        </p:nvSpPr>
        <p:spPr>
          <a:xfrm>
            <a:off x="552875" y="3833500"/>
            <a:ext cx="1444500" cy="52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lang="en" sz="2400">
                <a:solidFill>
                  <a:schemeClr val="dk1"/>
                </a:solidFill>
                <a:latin typeface="Lexend"/>
                <a:ea typeface="Lexend"/>
                <a:cs typeface="Lexend"/>
                <a:sym typeface="Lexend"/>
              </a:rPr>
              <a:t>Caution</a:t>
            </a:r>
            <a:endParaRPr b="0" i="0" sz="2400" u="none" cap="none" strike="noStrike">
              <a:solidFill>
                <a:schemeClr val="dk1"/>
              </a:solidFill>
              <a:latin typeface="Lexend"/>
              <a:ea typeface="Lexend"/>
              <a:cs typeface="Lexend"/>
              <a:sym typeface="Lexend"/>
            </a:endParaRPr>
          </a:p>
        </p:txBody>
      </p:sp>
      <p:sp>
        <p:nvSpPr>
          <p:cNvPr id="2397" name="Google Shape;2397;p14"/>
          <p:cNvSpPr txBox="1"/>
          <p:nvPr/>
        </p:nvSpPr>
        <p:spPr>
          <a:xfrm>
            <a:off x="2240189" y="3496050"/>
            <a:ext cx="2050500" cy="1196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1381"/>
              <a:buFont typeface="Arial"/>
              <a:buNone/>
            </a:pPr>
            <a:r>
              <a:t/>
            </a:r>
            <a:endParaRPr sz="1072">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381"/>
              <a:buFont typeface="Arial"/>
              <a:buNone/>
            </a:pPr>
            <a:r>
              <a:rPr lang="en" sz="1072">
                <a:solidFill>
                  <a:schemeClr val="dk1"/>
                </a:solidFill>
                <a:latin typeface="Lexend Light"/>
                <a:ea typeface="Lexend Light"/>
                <a:cs typeface="Lexend Light"/>
                <a:sym typeface="Lexend Light"/>
              </a:rPr>
              <a:t>Always take threat detection seriously! Whether </a:t>
            </a:r>
            <a:r>
              <a:rPr lang="en" sz="1072">
                <a:solidFill>
                  <a:schemeClr val="dk1"/>
                </a:solidFill>
                <a:latin typeface="Lexend Light"/>
                <a:ea typeface="Lexend Light"/>
                <a:cs typeface="Lexend Light"/>
                <a:sym typeface="Lexend Light"/>
              </a:rPr>
              <a:t>malicious</a:t>
            </a:r>
            <a:r>
              <a:rPr lang="en" sz="1072">
                <a:solidFill>
                  <a:schemeClr val="dk1"/>
                </a:solidFill>
                <a:latin typeface="Lexend Light"/>
                <a:ea typeface="Lexend Light"/>
                <a:cs typeface="Lexend Light"/>
                <a:sym typeface="Lexend Light"/>
              </a:rPr>
              <a:t> or a false positive, </a:t>
            </a:r>
            <a:r>
              <a:rPr lang="en" sz="1072">
                <a:solidFill>
                  <a:schemeClr val="dk1"/>
                </a:solidFill>
                <a:latin typeface="Lexend Light"/>
                <a:ea typeface="Lexend Light"/>
                <a:cs typeface="Lexend Light"/>
                <a:sym typeface="Lexend Light"/>
              </a:rPr>
              <a:t>it's</a:t>
            </a:r>
            <a:r>
              <a:rPr lang="en" sz="1072">
                <a:solidFill>
                  <a:schemeClr val="dk1"/>
                </a:solidFill>
                <a:latin typeface="Lexend Light"/>
                <a:ea typeface="Lexend Light"/>
                <a:cs typeface="Lexend Light"/>
                <a:sym typeface="Lexend Light"/>
              </a:rPr>
              <a:t> better to be safe than sorry!</a:t>
            </a:r>
            <a:endParaRPr b="0" i="0" sz="1072"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398" name="Google Shape;2398;p14"/>
          <p:cNvSpPr txBox="1"/>
          <p:nvPr/>
        </p:nvSpPr>
        <p:spPr>
          <a:xfrm>
            <a:off x="5012075" y="1684625"/>
            <a:ext cx="2825700" cy="23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399" name="Google Shape;2399;p14"/>
          <p:cNvSpPr txBox="1"/>
          <p:nvPr>
            <p:ph type="title"/>
          </p:nvPr>
        </p:nvSpPr>
        <p:spPr>
          <a:xfrm>
            <a:off x="1579100" y="689550"/>
            <a:ext cx="4432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2500"/>
              <a:t>Detection Mechanisms</a:t>
            </a:r>
            <a:endParaRPr sz="2500"/>
          </a:p>
        </p:txBody>
      </p:sp>
      <p:pic>
        <p:nvPicPr>
          <p:cNvPr id="2400" name="Google Shape;2400;p14"/>
          <p:cNvPicPr preferRelativeResize="0"/>
          <p:nvPr/>
        </p:nvPicPr>
        <p:blipFill rotWithShape="1">
          <a:blip r:embed="rId3">
            <a:alphaModFix/>
          </a:blip>
          <a:srcRect b="0" l="0" r="0" t="0"/>
          <a:stretch/>
        </p:blipFill>
        <p:spPr>
          <a:xfrm>
            <a:off x="1170750" y="1737325"/>
            <a:ext cx="1689300" cy="1460675"/>
          </a:xfrm>
          <a:prstGeom prst="rect">
            <a:avLst/>
          </a:prstGeom>
          <a:noFill/>
          <a:ln>
            <a:noFill/>
          </a:ln>
          <a:effectLst>
            <a:outerShdw blurRad="57150" rotWithShape="0" algn="bl" dist="19050">
              <a:srgbClr val="000000">
                <a:alpha val="10980"/>
              </a:srgbClr>
            </a:outerShdw>
          </a:effectLst>
        </p:spPr>
      </p:pic>
      <p:sp>
        <p:nvSpPr>
          <p:cNvPr id="2401" name="Google Shape;2401;p14"/>
          <p:cNvSpPr txBox="1"/>
          <p:nvPr/>
        </p:nvSpPr>
        <p:spPr>
          <a:xfrm>
            <a:off x="4875000" y="1789950"/>
            <a:ext cx="2844600" cy="29028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Detection was the core component of this project, using natural language processing with NLTK and scikit-learn to scan the contents of incoming emails.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The email body was converted into structured string data and then compared against examples of previous spam and phishing attempts.</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The program gave a confidence score to each email, classifying it as either phishing or legitimate. </a:t>
            </a:r>
            <a:endParaRPr sz="9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900">
              <a:solidFill>
                <a:schemeClr val="dk1"/>
              </a:solidFill>
              <a:latin typeface="Lexend Light"/>
              <a:ea typeface="Lexend Light"/>
              <a:cs typeface="Lexend Light"/>
              <a:sym typeface="Lexend Light"/>
            </a:endParaRPr>
          </a:p>
          <a:p>
            <a:pPr indent="-285750" lvl="0" marL="457200" rtl="0" algn="l">
              <a:spcBef>
                <a:spcPts val="0"/>
              </a:spcBef>
              <a:spcAft>
                <a:spcPts val="0"/>
              </a:spcAft>
              <a:buClr>
                <a:schemeClr val="dk1"/>
              </a:buClr>
              <a:buSzPts val="900"/>
              <a:buFont typeface="Lexend Light"/>
              <a:buChar char="●"/>
            </a:pPr>
            <a:r>
              <a:rPr lang="en" sz="900">
                <a:solidFill>
                  <a:schemeClr val="dk1"/>
                </a:solidFill>
                <a:latin typeface="Lexend Light"/>
                <a:ea typeface="Lexend Light"/>
                <a:cs typeface="Lexend Light"/>
                <a:sym typeface="Lexend Light"/>
              </a:rPr>
              <a:t>Which is why we were able to automate the  detection of malicious messages without false positives.</a:t>
            </a:r>
            <a:endParaRPr sz="900">
              <a:solidFill>
                <a:schemeClr val="dk1"/>
              </a:solidFill>
              <a:latin typeface="Lexend Light"/>
              <a:ea typeface="Lexend Light"/>
              <a:cs typeface="Lexend Light"/>
              <a:sym typeface="Lexend Light"/>
            </a:endParaRPr>
          </a:p>
        </p:txBody>
      </p:sp>
      <p:grpSp>
        <p:nvGrpSpPr>
          <p:cNvPr id="2402" name="Google Shape;2402;p14"/>
          <p:cNvGrpSpPr/>
          <p:nvPr/>
        </p:nvGrpSpPr>
        <p:grpSpPr>
          <a:xfrm>
            <a:off x="5012075" y="1668925"/>
            <a:ext cx="277873" cy="68400"/>
            <a:chOff x="1240925" y="1619925"/>
            <a:chExt cx="277873" cy="68400"/>
          </a:xfrm>
        </p:grpSpPr>
        <p:sp>
          <p:nvSpPr>
            <p:cNvPr id="2403" name="Google Shape;2403;p14"/>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4" name="Google Shape;2404;p14"/>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5" name="Google Shape;2405;p14"/>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9" name="Shape 2409"/>
        <p:cNvGrpSpPr/>
        <p:nvPr/>
      </p:nvGrpSpPr>
      <p:grpSpPr>
        <a:xfrm>
          <a:off x="0" y="0"/>
          <a:ext cx="0" cy="0"/>
          <a:chOff x="0" y="0"/>
          <a:chExt cx="0" cy="0"/>
        </a:xfrm>
      </p:grpSpPr>
      <p:sp>
        <p:nvSpPr>
          <p:cNvPr id="2410" name="Google Shape;2410;p15"/>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11" name="Google Shape;2411;p15"/>
          <p:cNvGrpSpPr/>
          <p:nvPr/>
        </p:nvGrpSpPr>
        <p:grpSpPr>
          <a:xfrm>
            <a:off x="7317975" y="721788"/>
            <a:ext cx="429650" cy="431375"/>
            <a:chOff x="6684050" y="721788"/>
            <a:chExt cx="429650" cy="431375"/>
          </a:xfrm>
        </p:grpSpPr>
        <p:sp>
          <p:nvSpPr>
            <p:cNvPr id="2412" name="Google Shape;2412;p15"/>
            <p:cNvSpPr/>
            <p:nvPr/>
          </p:nvSpPr>
          <p:spPr>
            <a:xfrm>
              <a:off x="6684050" y="721788"/>
              <a:ext cx="342900" cy="3429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13" name="Google Shape;2413;p15"/>
            <p:cNvCxnSpPr/>
            <p:nvPr/>
          </p:nvCxnSpPr>
          <p:spPr>
            <a:xfrm>
              <a:off x="6973000" y="1012463"/>
              <a:ext cx="140700" cy="140700"/>
            </a:xfrm>
            <a:prstGeom prst="straightConnector1">
              <a:avLst/>
            </a:prstGeom>
            <a:noFill/>
            <a:ln cap="flat" cmpd="sng" w="28575">
              <a:solidFill>
                <a:schemeClr val="lt1"/>
              </a:solidFill>
              <a:prstDash val="solid"/>
              <a:round/>
              <a:headEnd len="sm" w="sm" type="none"/>
              <a:tailEnd len="sm" w="sm" type="none"/>
            </a:ln>
          </p:spPr>
        </p:cxnSp>
      </p:grpSp>
      <p:sp>
        <p:nvSpPr>
          <p:cNvPr id="2414" name="Google Shape;2414;p15"/>
          <p:cNvSpPr/>
          <p:nvPr/>
        </p:nvSpPr>
        <p:spPr>
          <a:xfrm>
            <a:off x="1170750" y="3332875"/>
            <a:ext cx="3407400" cy="1500000"/>
          </a:xfrm>
          <a:prstGeom prst="roundRect">
            <a:avLst>
              <a:gd fmla="val 4803" name="adj"/>
            </a:avLst>
          </a:prstGeom>
          <a:solidFill>
            <a:schemeClr val="lt2"/>
          </a:solidFill>
          <a:ln>
            <a:noFill/>
          </a:ln>
          <a:effectLst>
            <a:outerShdw blurRad="57150" rotWithShape="0" algn="bl" dist="19050">
              <a:srgbClr val="000000">
                <a:alpha val="9803"/>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5" name="Google Shape;2415;p15"/>
          <p:cNvSpPr/>
          <p:nvPr/>
        </p:nvSpPr>
        <p:spPr>
          <a:xfrm>
            <a:off x="1170750" y="1518600"/>
            <a:ext cx="1689300" cy="16794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16" name="Google Shape;2416;p15"/>
          <p:cNvGrpSpPr/>
          <p:nvPr/>
        </p:nvGrpSpPr>
        <p:grpSpPr>
          <a:xfrm>
            <a:off x="1240925" y="1619925"/>
            <a:ext cx="277873" cy="68400"/>
            <a:chOff x="1240925" y="1619925"/>
            <a:chExt cx="277873" cy="68400"/>
          </a:xfrm>
        </p:grpSpPr>
        <p:sp>
          <p:nvSpPr>
            <p:cNvPr id="2417" name="Google Shape;2417;p15"/>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8" name="Google Shape;2418;p15"/>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9" name="Google Shape;2419;p15"/>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0" name="Google Shape;2420;p15"/>
          <p:cNvGrpSpPr/>
          <p:nvPr/>
        </p:nvGrpSpPr>
        <p:grpSpPr>
          <a:xfrm>
            <a:off x="1240925" y="3434200"/>
            <a:ext cx="277873" cy="68400"/>
            <a:chOff x="1240925" y="3434200"/>
            <a:chExt cx="277873" cy="68400"/>
          </a:xfrm>
        </p:grpSpPr>
        <p:sp>
          <p:nvSpPr>
            <p:cNvPr id="2421" name="Google Shape;2421;p15"/>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2" name="Google Shape;2422;p15"/>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3" name="Google Shape;2423;p15"/>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24" name="Google Shape;2424;p15"/>
          <p:cNvSpPr/>
          <p:nvPr/>
        </p:nvSpPr>
        <p:spPr>
          <a:xfrm flipH="1">
            <a:off x="316342" y="3738950"/>
            <a:ext cx="1917565" cy="1025628"/>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5" name="Google Shape;2425;p15"/>
          <p:cNvSpPr/>
          <p:nvPr/>
        </p:nvSpPr>
        <p:spPr>
          <a:xfrm>
            <a:off x="4875000" y="1575475"/>
            <a:ext cx="3103500" cy="27816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426" name="Google Shape;2426;p15"/>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None/>
            </a:pPr>
            <a:r>
              <a:rPr b="1" lang="en"/>
              <a:t>Jeffrey Resto</a:t>
            </a:r>
            <a:endParaRPr/>
          </a:p>
          <a:p>
            <a:pPr indent="0" lvl="0" marL="0" rtl="0" algn="l">
              <a:lnSpc>
                <a:spcPct val="100000"/>
              </a:lnSpc>
              <a:spcBef>
                <a:spcPts val="0"/>
              </a:spcBef>
              <a:spcAft>
                <a:spcPts val="0"/>
              </a:spcAft>
              <a:buSzPts val="800"/>
              <a:buNone/>
            </a:pPr>
            <a:r>
              <a:t/>
            </a:r>
            <a:endParaRPr/>
          </a:p>
        </p:txBody>
      </p:sp>
      <p:cxnSp>
        <p:nvCxnSpPr>
          <p:cNvPr id="2427" name="Google Shape;2427;p15"/>
          <p:cNvCxnSpPr/>
          <p:nvPr/>
        </p:nvCxnSpPr>
        <p:spPr>
          <a:xfrm rot="10800000">
            <a:off x="6131750" y="578063"/>
            <a:ext cx="0" cy="718800"/>
          </a:xfrm>
          <a:prstGeom prst="straightConnector1">
            <a:avLst/>
          </a:prstGeom>
          <a:noFill/>
          <a:ln cap="flat" cmpd="sng" w="9525">
            <a:solidFill>
              <a:schemeClr val="lt1"/>
            </a:solidFill>
            <a:prstDash val="solid"/>
            <a:round/>
            <a:headEnd len="sm" w="sm" type="none"/>
            <a:tailEnd len="sm" w="sm" type="none"/>
          </a:ln>
        </p:spPr>
      </p:cxnSp>
      <p:sp>
        <p:nvSpPr>
          <p:cNvPr id="2428" name="Google Shape;2428;p15"/>
          <p:cNvSpPr txBox="1"/>
          <p:nvPr/>
        </p:nvSpPr>
        <p:spPr>
          <a:xfrm>
            <a:off x="552875" y="3833500"/>
            <a:ext cx="1444500" cy="52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lang="en" sz="2400">
                <a:solidFill>
                  <a:schemeClr val="dk1"/>
                </a:solidFill>
                <a:latin typeface="Lexend"/>
                <a:ea typeface="Lexend"/>
                <a:cs typeface="Lexend"/>
                <a:sym typeface="Lexend"/>
              </a:rPr>
              <a:t>Caution</a:t>
            </a:r>
            <a:endParaRPr b="0" i="0" sz="2400" u="none" cap="none" strike="noStrike">
              <a:solidFill>
                <a:schemeClr val="dk1"/>
              </a:solidFill>
              <a:latin typeface="Lexend"/>
              <a:ea typeface="Lexend"/>
              <a:cs typeface="Lexend"/>
              <a:sym typeface="Lexend"/>
            </a:endParaRPr>
          </a:p>
        </p:txBody>
      </p:sp>
      <p:sp>
        <p:nvSpPr>
          <p:cNvPr id="2429" name="Google Shape;2429;p15"/>
          <p:cNvSpPr txBox="1"/>
          <p:nvPr/>
        </p:nvSpPr>
        <p:spPr>
          <a:xfrm>
            <a:off x="2233889" y="3567875"/>
            <a:ext cx="2050500" cy="1196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1381"/>
              <a:buFont typeface="Arial"/>
              <a:buNone/>
            </a:pPr>
            <a:r>
              <a:rPr lang="en" sz="1072">
                <a:solidFill>
                  <a:schemeClr val="dk1"/>
                </a:solidFill>
                <a:latin typeface="Lexend Light"/>
                <a:ea typeface="Lexend Light"/>
                <a:cs typeface="Lexend Light"/>
                <a:sym typeface="Lexend Light"/>
              </a:rPr>
              <a:t>While countermeasures can be effective, always </a:t>
            </a:r>
            <a:r>
              <a:rPr lang="en" sz="1072">
                <a:solidFill>
                  <a:schemeClr val="dk1"/>
                </a:solidFill>
                <a:latin typeface="Lexend Light"/>
                <a:ea typeface="Lexend Light"/>
                <a:cs typeface="Lexend Light"/>
                <a:sym typeface="Lexend Light"/>
              </a:rPr>
              <a:t>exercise</a:t>
            </a:r>
            <a:r>
              <a:rPr lang="en" sz="1072">
                <a:solidFill>
                  <a:schemeClr val="dk1"/>
                </a:solidFill>
                <a:latin typeface="Lexend Light"/>
                <a:ea typeface="Lexend Light"/>
                <a:cs typeface="Lexend Light"/>
                <a:sym typeface="Lexend Light"/>
              </a:rPr>
              <a:t> caution! New malicious activity can slip past older systems.</a:t>
            </a:r>
            <a:endParaRPr b="0" i="0" sz="1072"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430" name="Google Shape;2430;p15"/>
          <p:cNvSpPr txBox="1"/>
          <p:nvPr/>
        </p:nvSpPr>
        <p:spPr>
          <a:xfrm>
            <a:off x="5012075" y="1684625"/>
            <a:ext cx="2825700" cy="23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Lexend Light"/>
              <a:ea typeface="Lexend Light"/>
              <a:cs typeface="Lexend Light"/>
              <a:sym typeface="Lexend Light"/>
            </a:endParaRPr>
          </a:p>
        </p:txBody>
      </p:sp>
      <p:sp>
        <p:nvSpPr>
          <p:cNvPr id="2431" name="Google Shape;2431;p15"/>
          <p:cNvSpPr txBox="1"/>
          <p:nvPr>
            <p:ph type="title"/>
          </p:nvPr>
        </p:nvSpPr>
        <p:spPr>
          <a:xfrm>
            <a:off x="1579100" y="689550"/>
            <a:ext cx="44325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2500"/>
              <a:t>Countermeasures</a:t>
            </a:r>
            <a:endParaRPr sz="2500"/>
          </a:p>
        </p:txBody>
      </p:sp>
      <p:pic>
        <p:nvPicPr>
          <p:cNvPr id="2432" name="Google Shape;2432;p15"/>
          <p:cNvPicPr preferRelativeResize="0"/>
          <p:nvPr/>
        </p:nvPicPr>
        <p:blipFill rotWithShape="1">
          <a:blip r:embed="rId3">
            <a:alphaModFix/>
          </a:blip>
          <a:srcRect b="0" l="0" r="0" t="0"/>
          <a:stretch/>
        </p:blipFill>
        <p:spPr>
          <a:xfrm>
            <a:off x="1170750" y="1743575"/>
            <a:ext cx="1689300" cy="1454425"/>
          </a:xfrm>
          <a:prstGeom prst="rect">
            <a:avLst/>
          </a:prstGeom>
          <a:noFill/>
          <a:ln>
            <a:noFill/>
          </a:ln>
          <a:effectLst>
            <a:outerShdw blurRad="57150" rotWithShape="0" algn="bl" dist="19050">
              <a:srgbClr val="000000">
                <a:alpha val="10980"/>
              </a:srgbClr>
            </a:outerShdw>
          </a:effectLst>
        </p:spPr>
      </p:pic>
      <p:grpSp>
        <p:nvGrpSpPr>
          <p:cNvPr id="2433" name="Google Shape;2433;p15"/>
          <p:cNvGrpSpPr/>
          <p:nvPr/>
        </p:nvGrpSpPr>
        <p:grpSpPr>
          <a:xfrm>
            <a:off x="4982675" y="1675175"/>
            <a:ext cx="277873" cy="68400"/>
            <a:chOff x="1240925" y="3434200"/>
            <a:chExt cx="277873" cy="68400"/>
          </a:xfrm>
        </p:grpSpPr>
        <p:sp>
          <p:nvSpPr>
            <p:cNvPr id="2434" name="Google Shape;2434;p15"/>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5" name="Google Shape;2435;p15"/>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6" name="Google Shape;2436;p15"/>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37" name="Google Shape;2437;p15"/>
          <p:cNvSpPr txBox="1"/>
          <p:nvPr/>
        </p:nvSpPr>
        <p:spPr>
          <a:xfrm>
            <a:off x="4875000" y="1822425"/>
            <a:ext cx="2881800" cy="28401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Upon successful detection of a phishing email, the systems automated countermeasures eliminated the threat. </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This includes deletion of the suspicious email and keeping its metadata to help future detection. </a:t>
            </a:r>
            <a:endParaRPr sz="1000">
              <a:solidFill>
                <a:schemeClr val="dk1"/>
              </a:solidFill>
              <a:latin typeface="Lexend Light"/>
              <a:ea typeface="Lexend Light"/>
              <a:cs typeface="Lexend Light"/>
              <a:sym typeface="Lexend Light"/>
            </a:endParaRPr>
          </a:p>
          <a:p>
            <a:pPr indent="0" lvl="0" marL="457200" rtl="0" algn="l">
              <a:spcBef>
                <a:spcPts val="0"/>
              </a:spcBef>
              <a:spcAft>
                <a:spcPts val="0"/>
              </a:spcAft>
              <a:buNone/>
            </a:pPr>
            <a:r>
              <a:t/>
            </a:r>
            <a:endParaRPr sz="1000">
              <a:solidFill>
                <a:schemeClr val="dk1"/>
              </a:solidFill>
              <a:latin typeface="Lexend Light"/>
              <a:ea typeface="Lexend Light"/>
              <a:cs typeface="Lexend Light"/>
              <a:sym typeface="Lexend Light"/>
            </a:endParaRPr>
          </a:p>
          <a:p>
            <a:pPr indent="-292100" lvl="0" marL="457200" rtl="0" algn="l">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These countermeasures ensured that threats were not effective, </a:t>
            </a:r>
            <a:r>
              <a:rPr lang="en" sz="1000">
                <a:solidFill>
                  <a:schemeClr val="dk1"/>
                </a:solidFill>
                <a:latin typeface="Lexend Light"/>
                <a:ea typeface="Lexend Light"/>
                <a:cs typeface="Lexend Light"/>
                <a:sym typeface="Lexend Light"/>
              </a:rPr>
              <a:t>highlighting</a:t>
            </a:r>
            <a:r>
              <a:rPr lang="en" sz="1000">
                <a:solidFill>
                  <a:schemeClr val="dk1"/>
                </a:solidFill>
                <a:latin typeface="Lexend Light"/>
                <a:ea typeface="Lexend Light"/>
                <a:cs typeface="Lexend Light"/>
                <a:sym typeface="Lexend Light"/>
              </a:rPr>
              <a:t> the system’s reliability in protecting users.</a:t>
            </a:r>
            <a:endParaRPr sz="1000">
              <a:solidFill>
                <a:schemeClr val="dk1"/>
              </a:solidFill>
              <a:latin typeface="Lexend Light"/>
              <a:ea typeface="Lexend Light"/>
              <a:cs typeface="Lexend Light"/>
              <a:sym typeface="Lexend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1" name="Shape 2441"/>
        <p:cNvGrpSpPr/>
        <p:nvPr/>
      </p:nvGrpSpPr>
      <p:grpSpPr>
        <a:xfrm>
          <a:off x="0" y="0"/>
          <a:ext cx="0" cy="0"/>
          <a:chOff x="0" y="0"/>
          <a:chExt cx="0" cy="0"/>
        </a:xfrm>
      </p:grpSpPr>
      <p:sp>
        <p:nvSpPr>
          <p:cNvPr id="2442" name="Google Shape;2442;p16"/>
          <p:cNvSpPr/>
          <p:nvPr/>
        </p:nvSpPr>
        <p:spPr>
          <a:xfrm>
            <a:off x="441050" y="1541875"/>
            <a:ext cx="4687800" cy="33621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3" name="Google Shape;2443;p16"/>
          <p:cNvSpPr txBox="1"/>
          <p:nvPr>
            <p:ph idx="4" type="subTitle"/>
          </p:nvPr>
        </p:nvSpPr>
        <p:spPr>
          <a:xfrm>
            <a:off x="342575" y="2519425"/>
            <a:ext cx="5772900" cy="738900"/>
          </a:xfrm>
          <a:prstGeom prst="rect">
            <a:avLst/>
          </a:prstGeom>
          <a:noFill/>
          <a:ln>
            <a:noFill/>
          </a:ln>
        </p:spPr>
        <p:txBody>
          <a:bodyPr anchorCtr="0" anchor="t" bIns="91425" lIns="91425" spcFirstLastPara="1" rIns="91425" wrap="square" tIns="91425">
            <a:spAutoFit/>
          </a:bodyPr>
          <a:lstStyle/>
          <a:p>
            <a:pPr indent="0" lvl="0" marL="45720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a:p>
            <a:pPr indent="0" lvl="0" marL="457200" rtl="0" algn="l">
              <a:lnSpc>
                <a:spcPct val="100000"/>
              </a:lnSpc>
              <a:spcBef>
                <a:spcPts val="0"/>
              </a:spcBef>
              <a:spcAft>
                <a:spcPts val="0"/>
              </a:spcAft>
              <a:buSzPts val="1200"/>
              <a:buNone/>
            </a:pPr>
            <a:r>
              <a:t/>
            </a:r>
            <a:endParaRPr/>
          </a:p>
        </p:txBody>
      </p:sp>
      <p:grpSp>
        <p:nvGrpSpPr>
          <p:cNvPr id="2444" name="Google Shape;2444;p16"/>
          <p:cNvGrpSpPr/>
          <p:nvPr/>
        </p:nvGrpSpPr>
        <p:grpSpPr>
          <a:xfrm>
            <a:off x="533070" y="1633434"/>
            <a:ext cx="277873" cy="68400"/>
            <a:chOff x="412745" y="2419159"/>
            <a:chExt cx="277873" cy="68400"/>
          </a:xfrm>
        </p:grpSpPr>
        <p:sp>
          <p:nvSpPr>
            <p:cNvPr id="2445" name="Google Shape;2445;p16"/>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6" name="Google Shape;2446;p16"/>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7" name="Google Shape;2447;p16"/>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48" name="Google Shape;2448;p16"/>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800"/>
              <a:buNone/>
            </a:pPr>
            <a:r>
              <a:rPr b="1" lang="en"/>
              <a:t>Jeffrey Resto</a:t>
            </a:r>
            <a:endParaRPr/>
          </a:p>
        </p:txBody>
      </p:sp>
      <p:sp>
        <p:nvSpPr>
          <p:cNvPr id="2449" name="Google Shape;2449;p16"/>
          <p:cNvSpPr txBox="1"/>
          <p:nvPr>
            <p:ph type="title"/>
          </p:nvPr>
        </p:nvSpPr>
        <p:spPr>
          <a:xfrm>
            <a:off x="311700" y="524250"/>
            <a:ext cx="46362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3800"/>
              <a:t>Conclusion</a:t>
            </a:r>
            <a:endParaRPr sz="3800"/>
          </a:p>
        </p:txBody>
      </p:sp>
      <p:grpSp>
        <p:nvGrpSpPr>
          <p:cNvPr id="2450" name="Google Shape;2450;p16"/>
          <p:cNvGrpSpPr/>
          <p:nvPr/>
        </p:nvGrpSpPr>
        <p:grpSpPr>
          <a:xfrm>
            <a:off x="5086045" y="566989"/>
            <a:ext cx="2995509" cy="1026343"/>
            <a:chOff x="5351018" y="4955476"/>
            <a:chExt cx="4003085" cy="1380236"/>
          </a:xfrm>
        </p:grpSpPr>
        <p:sp>
          <p:nvSpPr>
            <p:cNvPr id="2451" name="Google Shape;2451;p16"/>
            <p:cNvSpPr/>
            <p:nvPr/>
          </p:nvSpPr>
          <p:spPr>
            <a:xfrm>
              <a:off x="5411982" y="5018982"/>
              <a:ext cx="3885217" cy="1253236"/>
            </a:xfrm>
            <a:custGeom>
              <a:rect b="b" l="l" r="r" t="t"/>
              <a:pathLst>
                <a:path extrusionOk="0" h="1253236" w="2932239">
                  <a:moveTo>
                    <a:pt x="0" y="0"/>
                  </a:moveTo>
                  <a:lnTo>
                    <a:pt x="2932240" y="0"/>
                  </a:lnTo>
                  <a:lnTo>
                    <a:pt x="2932240" y="1253236"/>
                  </a:lnTo>
                  <a:lnTo>
                    <a:pt x="0" y="1253236"/>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52" name="Google Shape;2452;p16"/>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53" name="Google Shape;2453;p16"/>
            <p:cNvSpPr/>
            <p:nvPr/>
          </p:nvSpPr>
          <p:spPr>
            <a:xfrm>
              <a:off x="5351018" y="6208712"/>
              <a:ext cx="121920" cy="127000"/>
            </a:xfrm>
            <a:custGeom>
              <a:rect b="b" l="l" r="r" t="t"/>
              <a:pathLst>
                <a:path extrusionOk="0" h="127000" w="121920">
                  <a:moveTo>
                    <a:pt x="0" y="0"/>
                  </a:moveTo>
                  <a:lnTo>
                    <a:pt x="121920" y="0"/>
                  </a:lnTo>
                  <a:lnTo>
                    <a:pt x="121920"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54" name="Google Shape;2454;p16"/>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55" name="Google Shape;2455;p16"/>
            <p:cNvSpPr/>
            <p:nvPr/>
          </p:nvSpPr>
          <p:spPr>
            <a:xfrm>
              <a:off x="9232183" y="6208712"/>
              <a:ext cx="121920" cy="127000"/>
            </a:xfrm>
            <a:custGeom>
              <a:rect b="b" l="l" r="r" t="t"/>
              <a:pathLst>
                <a:path extrusionOk="0" h="127000" w="121920">
                  <a:moveTo>
                    <a:pt x="0" y="0"/>
                  </a:moveTo>
                  <a:lnTo>
                    <a:pt x="121919" y="0"/>
                  </a:lnTo>
                  <a:lnTo>
                    <a:pt x="121919"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456" name="Google Shape;2456;p16"/>
          <p:cNvSpPr txBox="1"/>
          <p:nvPr/>
        </p:nvSpPr>
        <p:spPr>
          <a:xfrm>
            <a:off x="5128841" y="618473"/>
            <a:ext cx="28101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Lexend"/>
                <a:ea typeface="Lexend"/>
                <a:cs typeface="Lexend"/>
                <a:sym typeface="Lexend"/>
              </a:rPr>
              <a:t>What’s a hacker’s favorite season?</a:t>
            </a:r>
            <a:endParaRPr b="1" i="0" sz="1200" u="none" cap="none" strike="noStrike">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 Phishing season.</a:t>
            </a:r>
            <a:endParaRPr b="0" i="0" sz="1200" u="none" cap="none" strike="noStrike">
              <a:solidFill>
                <a:schemeClr val="dk1"/>
              </a:solidFill>
              <a:latin typeface="Lexend Light"/>
              <a:ea typeface="Lexend Light"/>
              <a:cs typeface="Lexend Light"/>
              <a:sym typeface="Lexend Light"/>
            </a:endParaRPr>
          </a:p>
        </p:txBody>
      </p:sp>
      <p:sp>
        <p:nvSpPr>
          <p:cNvPr id="2457" name="Google Shape;2457;p16"/>
          <p:cNvSpPr/>
          <p:nvPr/>
        </p:nvSpPr>
        <p:spPr>
          <a:xfrm>
            <a:off x="6953541" y="1416411"/>
            <a:ext cx="263412" cy="324213"/>
          </a:xfrm>
          <a:custGeom>
            <a:rect b="b" l="l" r="r" t="t"/>
            <a:pathLst>
              <a:path extrusionOk="0" h="19170" w="15575">
                <a:moveTo>
                  <a:pt x="0" y="0"/>
                </a:moveTo>
                <a:lnTo>
                  <a:pt x="3354" y="19170"/>
                </a:lnTo>
                <a:lnTo>
                  <a:pt x="7668" y="11502"/>
                </a:lnTo>
                <a:lnTo>
                  <a:pt x="15575" y="8866"/>
                </a:lnTo>
                <a:close/>
              </a:path>
            </a:pathLst>
          </a:custGeom>
          <a:solidFill>
            <a:schemeClr val="accent1"/>
          </a:solidFill>
          <a:ln cap="flat" cmpd="sng" w="9525">
            <a:solidFill>
              <a:schemeClr val="accent4"/>
            </a:solidFill>
            <a:prstDash val="solid"/>
            <a:round/>
            <a:headEnd len="sm" w="sm" type="none"/>
            <a:tailEnd len="sm" w="sm" type="none"/>
          </a:ln>
        </p:spPr>
      </p:sp>
      <p:sp>
        <p:nvSpPr>
          <p:cNvPr id="2458" name="Google Shape;2458;p16"/>
          <p:cNvSpPr/>
          <p:nvPr/>
        </p:nvSpPr>
        <p:spPr>
          <a:xfrm>
            <a:off x="6484775" y="2050825"/>
            <a:ext cx="2149200" cy="23442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59" name="Google Shape;2459;p16"/>
          <p:cNvGrpSpPr/>
          <p:nvPr/>
        </p:nvGrpSpPr>
        <p:grpSpPr>
          <a:xfrm>
            <a:off x="6554959" y="2152159"/>
            <a:ext cx="277873" cy="68400"/>
            <a:chOff x="6723459" y="2419159"/>
            <a:chExt cx="277873" cy="68400"/>
          </a:xfrm>
        </p:grpSpPr>
        <p:sp>
          <p:nvSpPr>
            <p:cNvPr id="2460" name="Google Shape;2460;p16"/>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1" name="Google Shape;2461;p16"/>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2" name="Google Shape;2462;p16"/>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463" name="Google Shape;2463;p16"/>
          <p:cNvPicPr preferRelativeResize="0"/>
          <p:nvPr/>
        </p:nvPicPr>
        <p:blipFill rotWithShape="1">
          <a:blip r:embed="rId3">
            <a:alphaModFix/>
          </a:blip>
          <a:srcRect b="0" l="0" r="0" t="0"/>
          <a:stretch/>
        </p:blipFill>
        <p:spPr>
          <a:xfrm>
            <a:off x="6484775" y="2256153"/>
            <a:ext cx="2149199" cy="2138715"/>
          </a:xfrm>
          <a:prstGeom prst="rect">
            <a:avLst/>
          </a:prstGeom>
          <a:noFill/>
          <a:ln>
            <a:noFill/>
          </a:ln>
          <a:effectLst>
            <a:outerShdw blurRad="57150" rotWithShape="0" algn="bl" dist="19050">
              <a:srgbClr val="000000">
                <a:alpha val="10980"/>
              </a:srgbClr>
            </a:outerShdw>
          </a:effectLst>
        </p:spPr>
      </p:pic>
      <p:sp>
        <p:nvSpPr>
          <p:cNvPr id="2464" name="Google Shape;2464;p16"/>
          <p:cNvSpPr txBox="1"/>
          <p:nvPr/>
        </p:nvSpPr>
        <p:spPr>
          <a:xfrm>
            <a:off x="365700" y="1799300"/>
            <a:ext cx="4528200" cy="2946300"/>
          </a:xfrm>
          <a:prstGeom prst="rect">
            <a:avLst/>
          </a:prstGeom>
          <a:noFill/>
          <a:ln>
            <a:noFill/>
          </a:ln>
        </p:spPr>
        <p:txBody>
          <a:bodyPr anchorCtr="0" anchor="t" bIns="91425" lIns="91425" spcFirstLastPara="1" rIns="91425" wrap="square" tIns="91425">
            <a:noAutofit/>
          </a:bodyPr>
          <a:lstStyle/>
          <a:p>
            <a:pPr indent="-292100" lvl="0" marL="457200" rtl="0" algn="l">
              <a:lnSpc>
                <a:spcPct val="150000"/>
              </a:lnSpc>
              <a:spcBef>
                <a:spcPts val="0"/>
              </a:spcBef>
              <a:spcAft>
                <a:spcPts val="0"/>
              </a:spcAft>
              <a:buClr>
                <a:schemeClr val="dk1"/>
              </a:buClr>
              <a:buSzPts val="1000"/>
              <a:buFont typeface="Lexend Light"/>
              <a:buChar char="●"/>
            </a:pPr>
            <a:r>
              <a:rPr lang="en" sz="1000">
                <a:solidFill>
                  <a:schemeClr val="dk1"/>
                </a:solidFill>
                <a:latin typeface="Lexend Light"/>
                <a:ea typeface="Lexend Light"/>
                <a:cs typeface="Lexend Light"/>
                <a:sym typeface="Lexend Light"/>
              </a:rPr>
              <a:t>In conclusion, this project demonstrated the effectiveness of combining natural language processing and machine learning techniques to detect and </a:t>
            </a:r>
            <a:r>
              <a:rPr lang="en" sz="1000">
                <a:solidFill>
                  <a:schemeClr val="dk1"/>
                </a:solidFill>
                <a:latin typeface="Lexend Light"/>
                <a:ea typeface="Lexend Light"/>
                <a:cs typeface="Lexend Light"/>
                <a:sym typeface="Lexend Light"/>
              </a:rPr>
              <a:t>eliminate </a:t>
            </a:r>
            <a:r>
              <a:rPr lang="en" sz="1000">
                <a:solidFill>
                  <a:schemeClr val="dk1"/>
                </a:solidFill>
                <a:latin typeface="Lexend Light"/>
                <a:ea typeface="Lexend Light"/>
                <a:cs typeface="Lexend Light"/>
                <a:sym typeface="Lexend Light"/>
              </a:rPr>
              <a:t>phishing threats. By training our model, we were able to identify and remove phishing emails with high confidence. The creation of a fake phishing website gave us the opportunity to test our project in a safe, controlled environment. While the development process did have a few technical challenges, including inconsistencies and threshold sensitivity, the final result was successful in automating email threat detection. This project not only </a:t>
            </a:r>
            <a:r>
              <a:rPr lang="en" sz="1000">
                <a:solidFill>
                  <a:schemeClr val="dk1"/>
                </a:solidFill>
                <a:latin typeface="Lexend Light"/>
                <a:ea typeface="Lexend Light"/>
                <a:cs typeface="Lexend Light"/>
                <a:sym typeface="Lexend Light"/>
              </a:rPr>
              <a:t>deepened</a:t>
            </a:r>
            <a:r>
              <a:rPr lang="en" sz="1000">
                <a:solidFill>
                  <a:schemeClr val="dk1"/>
                </a:solidFill>
                <a:latin typeface="Lexend Light"/>
                <a:ea typeface="Lexend Light"/>
                <a:cs typeface="Lexend Light"/>
                <a:sym typeface="Lexend Light"/>
              </a:rPr>
              <a:t> our understanding of phishing but also showed us the importance of having proactive cybersecurity measures in place. </a:t>
            </a:r>
            <a:endParaRPr sz="1000">
              <a:solidFill>
                <a:schemeClr val="dk1"/>
              </a:solidFill>
              <a:latin typeface="Lexend Light"/>
              <a:ea typeface="Lexend Light"/>
              <a:cs typeface="Lexend Light"/>
              <a:sym typeface="Lexend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8" name="Shape 2468"/>
        <p:cNvGrpSpPr/>
        <p:nvPr/>
      </p:nvGrpSpPr>
      <p:grpSpPr>
        <a:xfrm>
          <a:off x="0" y="0"/>
          <a:ext cx="0" cy="0"/>
          <a:chOff x="0" y="0"/>
          <a:chExt cx="0" cy="0"/>
        </a:xfrm>
      </p:grpSpPr>
      <p:sp>
        <p:nvSpPr>
          <p:cNvPr id="2469" name="Google Shape;2469;p17"/>
          <p:cNvSpPr/>
          <p:nvPr/>
        </p:nvSpPr>
        <p:spPr>
          <a:xfrm>
            <a:off x="342575" y="2317824"/>
            <a:ext cx="5772900" cy="25773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0" name="Google Shape;2470;p17"/>
          <p:cNvSpPr txBox="1"/>
          <p:nvPr>
            <p:ph idx="4" type="subTitle"/>
          </p:nvPr>
        </p:nvSpPr>
        <p:spPr>
          <a:xfrm>
            <a:off x="342575" y="2641525"/>
            <a:ext cx="5772900" cy="2370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200"/>
              <a:buNone/>
            </a:pPr>
            <a:r>
              <a:rPr lang="en" sz="1000"/>
              <a:t>Suggestions for Future Work:</a:t>
            </a:r>
            <a:endParaRPr sz="1000"/>
          </a:p>
          <a:p>
            <a:pPr indent="-317500" lvl="0" marL="457200" rtl="0" algn="l">
              <a:lnSpc>
                <a:spcPct val="100000"/>
              </a:lnSpc>
              <a:spcBef>
                <a:spcPts val="0"/>
              </a:spcBef>
              <a:spcAft>
                <a:spcPts val="0"/>
              </a:spcAft>
              <a:buSzPts val="1400"/>
              <a:buFont typeface="Lexend Light"/>
              <a:buChar char="●"/>
            </a:pPr>
            <a:r>
              <a:rPr lang="en" sz="1000"/>
              <a:t>As we continue to evolve technologically our solutions will follow suit.</a:t>
            </a:r>
            <a:endParaRPr sz="1000"/>
          </a:p>
          <a:p>
            <a:pPr indent="-317500" lvl="0" marL="457200" rtl="0" algn="l">
              <a:lnSpc>
                <a:spcPct val="100000"/>
              </a:lnSpc>
              <a:spcBef>
                <a:spcPts val="0"/>
              </a:spcBef>
              <a:spcAft>
                <a:spcPts val="0"/>
              </a:spcAft>
              <a:buSzPts val="1400"/>
              <a:buFont typeface="Lexend Light"/>
              <a:buChar char="●"/>
            </a:pPr>
            <a:r>
              <a:rPr lang="en" sz="1000"/>
              <a:t>AI is the future and there will be new programs created for the sole purpose of filtering out potentially dangerous phishing attacks, we may one day be able to eliminate the problem altogether.</a:t>
            </a:r>
            <a:endParaRPr sz="1000"/>
          </a:p>
          <a:p>
            <a:pPr indent="0" lvl="0" marL="457200" rtl="0" algn="l">
              <a:lnSpc>
                <a:spcPct val="100000"/>
              </a:lnSpc>
              <a:spcBef>
                <a:spcPts val="0"/>
              </a:spcBef>
              <a:spcAft>
                <a:spcPts val="0"/>
              </a:spcAft>
              <a:buSzPts val="1200"/>
              <a:buNone/>
            </a:pPr>
            <a:r>
              <a:t/>
            </a:r>
            <a:endParaRPr sz="1000"/>
          </a:p>
          <a:p>
            <a:pPr indent="0" lvl="0" marL="0" rtl="0" algn="l">
              <a:lnSpc>
                <a:spcPct val="100000"/>
              </a:lnSpc>
              <a:spcBef>
                <a:spcPts val="0"/>
              </a:spcBef>
              <a:spcAft>
                <a:spcPts val="0"/>
              </a:spcAft>
              <a:buSzPts val="1200"/>
              <a:buNone/>
            </a:pPr>
            <a:r>
              <a:rPr lang="en" sz="1000"/>
              <a:t>Potential Enhancements and Mitigation Strategies:</a:t>
            </a:r>
            <a:endParaRPr sz="1000"/>
          </a:p>
          <a:p>
            <a:pPr indent="-317500" lvl="0" marL="457200" rtl="0" algn="l">
              <a:lnSpc>
                <a:spcPct val="100000"/>
              </a:lnSpc>
              <a:spcBef>
                <a:spcPts val="0"/>
              </a:spcBef>
              <a:spcAft>
                <a:spcPts val="0"/>
              </a:spcAft>
              <a:buSzPts val="1400"/>
              <a:buChar char="●"/>
            </a:pPr>
            <a:r>
              <a:rPr lang="en" sz="1000"/>
              <a:t>For now we believe the best strategy to counteract phishing scams is to raise awareness.</a:t>
            </a:r>
            <a:endParaRPr sz="1000"/>
          </a:p>
          <a:p>
            <a:pPr indent="-317500" lvl="0" marL="457200" rtl="0" algn="l">
              <a:lnSpc>
                <a:spcPct val="100000"/>
              </a:lnSpc>
              <a:spcBef>
                <a:spcPts val="0"/>
              </a:spcBef>
              <a:spcAft>
                <a:spcPts val="0"/>
              </a:spcAft>
              <a:buSzPts val="1400"/>
              <a:buChar char="●"/>
            </a:pPr>
            <a:r>
              <a:rPr lang="en" sz="1000"/>
              <a:t>Teach not only the younger generations but the older ones as well, the less you know the more vulnerable you are.</a:t>
            </a:r>
            <a:endParaRPr sz="1000"/>
          </a:p>
          <a:p>
            <a:pPr indent="0" lvl="0" marL="0" rtl="0" algn="l">
              <a:lnSpc>
                <a:spcPct val="100000"/>
              </a:lnSpc>
              <a:spcBef>
                <a:spcPts val="0"/>
              </a:spcBef>
              <a:spcAft>
                <a:spcPts val="0"/>
              </a:spcAft>
              <a:buSzPts val="1200"/>
              <a:buNone/>
            </a:pPr>
            <a:r>
              <a:t/>
            </a:r>
            <a:endParaRPr/>
          </a:p>
          <a:p>
            <a:pPr indent="0" lvl="0" marL="457200" rtl="0" algn="l">
              <a:lnSpc>
                <a:spcPct val="100000"/>
              </a:lnSpc>
              <a:spcBef>
                <a:spcPts val="0"/>
              </a:spcBef>
              <a:spcAft>
                <a:spcPts val="0"/>
              </a:spcAft>
              <a:buSzPts val="1200"/>
              <a:buNone/>
            </a:pPr>
            <a:r>
              <a:t/>
            </a:r>
            <a:endParaRPr/>
          </a:p>
        </p:txBody>
      </p:sp>
      <p:sp>
        <p:nvSpPr>
          <p:cNvPr id="2471" name="Google Shape;2471;p17"/>
          <p:cNvSpPr/>
          <p:nvPr/>
        </p:nvSpPr>
        <p:spPr>
          <a:xfrm>
            <a:off x="6653275" y="2317825"/>
            <a:ext cx="2149200" cy="25773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2" name="Google Shape;2472;p17"/>
          <p:cNvSpPr/>
          <p:nvPr/>
        </p:nvSpPr>
        <p:spPr>
          <a:xfrm>
            <a:off x="7721584" y="2227609"/>
            <a:ext cx="1080900" cy="4515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chemeClr val="dk1"/>
                </a:solidFill>
                <a:latin typeface="Lexend"/>
                <a:ea typeface="Lexend"/>
                <a:cs typeface="Lexend"/>
                <a:sym typeface="Lexend"/>
              </a:rPr>
              <a:t>Tips</a:t>
            </a:r>
            <a:endParaRPr b="0" i="0" sz="2400" u="none" cap="none" strike="noStrike">
              <a:solidFill>
                <a:schemeClr val="dk1"/>
              </a:solidFill>
              <a:latin typeface="Lexend"/>
              <a:ea typeface="Lexend"/>
              <a:cs typeface="Lexend"/>
              <a:sym typeface="Lexend"/>
            </a:endParaRPr>
          </a:p>
        </p:txBody>
      </p:sp>
      <p:grpSp>
        <p:nvGrpSpPr>
          <p:cNvPr id="2473" name="Google Shape;2473;p17"/>
          <p:cNvGrpSpPr/>
          <p:nvPr/>
        </p:nvGrpSpPr>
        <p:grpSpPr>
          <a:xfrm>
            <a:off x="6723459" y="2419159"/>
            <a:ext cx="277873" cy="68400"/>
            <a:chOff x="6723459" y="2419159"/>
            <a:chExt cx="277873" cy="68400"/>
          </a:xfrm>
        </p:grpSpPr>
        <p:sp>
          <p:nvSpPr>
            <p:cNvPr id="2474" name="Google Shape;2474;p17"/>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5" name="Google Shape;2475;p17"/>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6" name="Google Shape;2476;p17"/>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77" name="Google Shape;2477;p17"/>
          <p:cNvGrpSpPr/>
          <p:nvPr/>
        </p:nvGrpSpPr>
        <p:grpSpPr>
          <a:xfrm>
            <a:off x="412745" y="2419159"/>
            <a:ext cx="277873" cy="68400"/>
            <a:chOff x="412745" y="2419159"/>
            <a:chExt cx="277873" cy="68400"/>
          </a:xfrm>
        </p:grpSpPr>
        <p:sp>
          <p:nvSpPr>
            <p:cNvPr id="2478" name="Google Shape;2478;p17"/>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9" name="Google Shape;2479;p17"/>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0" name="Google Shape;2480;p17"/>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81" name="Google Shape;2481;p17"/>
          <p:cNvSpPr txBox="1"/>
          <p:nvPr>
            <p:ph idx="5" type="subTitle"/>
          </p:nvPr>
        </p:nvSpPr>
        <p:spPr>
          <a:xfrm>
            <a:off x="6685375" y="2641525"/>
            <a:ext cx="2085000" cy="1662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Clr>
                <a:schemeClr val="dk1"/>
              </a:buClr>
              <a:buSzPts val="1100"/>
              <a:buFont typeface="Arial"/>
              <a:buNone/>
            </a:pPr>
            <a:r>
              <a:rPr lang="en" sz="1200"/>
              <a:t>Phishing attacks are evolving. Protect yourself by completing awareness training. This training helps people recognize fraudulent messages as well as visual indicators. </a:t>
            </a:r>
            <a:endParaRPr sz="1200"/>
          </a:p>
        </p:txBody>
      </p:sp>
      <p:sp>
        <p:nvSpPr>
          <p:cNvPr id="2482" name="Google Shape;2482;p17"/>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a:p>
        </p:txBody>
      </p:sp>
      <p:sp>
        <p:nvSpPr>
          <p:cNvPr id="2483" name="Google Shape;2483;p17"/>
          <p:cNvSpPr txBox="1"/>
          <p:nvPr>
            <p:ph type="title"/>
          </p:nvPr>
        </p:nvSpPr>
        <p:spPr>
          <a:xfrm>
            <a:off x="311700" y="524250"/>
            <a:ext cx="4636200" cy="1237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sz="3800"/>
              <a:t>Future Recommendations</a:t>
            </a:r>
            <a:endParaRPr sz="3800"/>
          </a:p>
        </p:txBody>
      </p:sp>
      <p:sp>
        <p:nvSpPr>
          <p:cNvPr id="2484" name="Google Shape;2484;p17"/>
          <p:cNvSpPr/>
          <p:nvPr/>
        </p:nvSpPr>
        <p:spPr>
          <a:xfrm>
            <a:off x="6686700" y="325088"/>
            <a:ext cx="2016600" cy="1477500"/>
          </a:xfrm>
          <a:prstGeom prst="roundRect">
            <a:avLst>
              <a:gd fmla="val 4803"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85" name="Google Shape;2485;p17"/>
          <p:cNvGrpSpPr/>
          <p:nvPr/>
        </p:nvGrpSpPr>
        <p:grpSpPr>
          <a:xfrm>
            <a:off x="6756884" y="418072"/>
            <a:ext cx="277873" cy="68400"/>
            <a:chOff x="6723459" y="2419159"/>
            <a:chExt cx="277873" cy="68400"/>
          </a:xfrm>
        </p:grpSpPr>
        <p:sp>
          <p:nvSpPr>
            <p:cNvPr id="2486" name="Google Shape;2486;p17"/>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7" name="Google Shape;2487;p17"/>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8" name="Google Shape;2488;p17"/>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489" name="Google Shape;2489;p17"/>
          <p:cNvPicPr preferRelativeResize="0"/>
          <p:nvPr/>
        </p:nvPicPr>
        <p:blipFill rotWithShape="1">
          <a:blip r:embed="rId3">
            <a:alphaModFix/>
          </a:blip>
          <a:srcRect b="0" l="0" r="0" t="0"/>
          <a:stretch/>
        </p:blipFill>
        <p:spPr>
          <a:xfrm>
            <a:off x="6686700" y="517263"/>
            <a:ext cx="2016600" cy="1537188"/>
          </a:xfrm>
          <a:prstGeom prst="rect">
            <a:avLst/>
          </a:prstGeom>
          <a:noFill/>
          <a:ln>
            <a:noFill/>
          </a:ln>
          <a:effectLst>
            <a:outerShdw blurRad="57150" rotWithShape="0" algn="bl" dist="19050">
              <a:srgbClr val="000000">
                <a:alpha val="1098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3" name="Shape 2493"/>
        <p:cNvGrpSpPr/>
        <p:nvPr/>
      </p:nvGrpSpPr>
      <p:grpSpPr>
        <a:xfrm>
          <a:off x="0" y="0"/>
          <a:ext cx="0" cy="0"/>
          <a:chOff x="0" y="0"/>
          <a:chExt cx="0" cy="0"/>
        </a:xfrm>
      </p:grpSpPr>
      <p:sp>
        <p:nvSpPr>
          <p:cNvPr id="2494" name="Google Shape;2494;p18"/>
          <p:cNvSpPr/>
          <p:nvPr/>
        </p:nvSpPr>
        <p:spPr>
          <a:xfrm>
            <a:off x="440825" y="1372000"/>
            <a:ext cx="4131300" cy="35211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95" name="Google Shape;2495;p18"/>
          <p:cNvGrpSpPr/>
          <p:nvPr/>
        </p:nvGrpSpPr>
        <p:grpSpPr>
          <a:xfrm>
            <a:off x="510971" y="1467658"/>
            <a:ext cx="277873" cy="68400"/>
            <a:chOff x="520925" y="1460325"/>
            <a:chExt cx="277873" cy="68400"/>
          </a:xfrm>
        </p:grpSpPr>
        <p:sp>
          <p:nvSpPr>
            <p:cNvPr id="2496" name="Google Shape;2496;p1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7" name="Google Shape;2497;p1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8" name="Google Shape;2498;p1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99" name="Google Shape;2499;p18"/>
          <p:cNvSpPr/>
          <p:nvPr/>
        </p:nvSpPr>
        <p:spPr>
          <a:xfrm>
            <a:off x="4657624" y="1372000"/>
            <a:ext cx="4045500" cy="3521100"/>
          </a:xfrm>
          <a:prstGeom prst="roundRect">
            <a:avLst>
              <a:gd fmla="val 1969" name="adj"/>
            </a:avLst>
          </a:prstGeom>
          <a:solidFill>
            <a:schemeClr val="lt2"/>
          </a:solidFill>
          <a:ln>
            <a:noFill/>
          </a:ln>
          <a:effectLst>
            <a:outerShdw blurRad="57150" rotWithShape="0" algn="bl" dist="19050">
              <a:srgbClr val="000000">
                <a:alpha val="1098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00" name="Google Shape;2500;p18"/>
          <p:cNvGrpSpPr/>
          <p:nvPr/>
        </p:nvGrpSpPr>
        <p:grpSpPr>
          <a:xfrm>
            <a:off x="4745879" y="1467658"/>
            <a:ext cx="277873" cy="68400"/>
            <a:chOff x="520925" y="1460325"/>
            <a:chExt cx="277873" cy="68400"/>
          </a:xfrm>
        </p:grpSpPr>
        <p:sp>
          <p:nvSpPr>
            <p:cNvPr id="2501" name="Google Shape;2501;p18"/>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2" name="Google Shape;2502;p18"/>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3" name="Google Shape;2503;p18"/>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04" name="Google Shape;2504;p18"/>
          <p:cNvSpPr txBox="1"/>
          <p:nvPr>
            <p:ph idx="2" type="body"/>
          </p:nvPr>
        </p:nvSpPr>
        <p:spPr>
          <a:xfrm>
            <a:off x="167325" y="-39600"/>
            <a:ext cx="8862300" cy="307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a:p>
        </p:txBody>
      </p:sp>
      <p:sp>
        <p:nvSpPr>
          <p:cNvPr id="2505" name="Google Shape;2505;p18"/>
          <p:cNvSpPr txBox="1"/>
          <p:nvPr>
            <p:ph type="title"/>
          </p:nvPr>
        </p:nvSpPr>
        <p:spPr>
          <a:xfrm>
            <a:off x="283400" y="420000"/>
            <a:ext cx="60489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a:t>Demo</a:t>
            </a:r>
            <a:endParaRPr/>
          </a:p>
        </p:txBody>
      </p:sp>
      <p:pic>
        <p:nvPicPr>
          <p:cNvPr id="2506" name="Google Shape;2506;p18" title="email_filter_demo.mp4">
            <a:hlinkClick r:id="rId3"/>
          </p:cNvPr>
          <p:cNvPicPr preferRelativeResize="0"/>
          <p:nvPr/>
        </p:nvPicPr>
        <p:blipFill>
          <a:blip r:embed="rId4">
            <a:alphaModFix/>
          </a:blip>
          <a:stretch>
            <a:fillRect/>
          </a:stretch>
        </p:blipFill>
        <p:spPr>
          <a:xfrm>
            <a:off x="440825" y="1587475"/>
            <a:ext cx="4124938" cy="2237250"/>
          </a:xfrm>
          <a:prstGeom prst="rect">
            <a:avLst/>
          </a:prstGeom>
          <a:noFill/>
          <a:ln>
            <a:noFill/>
          </a:ln>
        </p:spPr>
      </p:pic>
      <p:pic>
        <p:nvPicPr>
          <p:cNvPr id="2507" name="Google Shape;2507;p18" title="REcording of attack.mov">
            <a:hlinkClick r:id="rId5"/>
          </p:cNvPr>
          <p:cNvPicPr preferRelativeResize="0"/>
          <p:nvPr/>
        </p:nvPicPr>
        <p:blipFill>
          <a:blip r:embed="rId6">
            <a:alphaModFix/>
          </a:blip>
          <a:stretch>
            <a:fillRect/>
          </a:stretch>
        </p:blipFill>
        <p:spPr>
          <a:xfrm>
            <a:off x="4657675" y="1587475"/>
            <a:ext cx="4045500" cy="25284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6"/>
                                        </p:tgtEl>
                                        <p:attrNameLst>
                                          <p:attrName>style.visibility</p:attrName>
                                        </p:attrNameLst>
                                      </p:cBhvr>
                                      <p:to>
                                        <p:strVal val="visible"/>
                                      </p:to>
                                    </p:set>
                                    <p:animEffect filter="fade" transition="in">
                                      <p:cBhvr>
                                        <p:cTn dur="1000"/>
                                        <p:tgtEl>
                                          <p:spTgt spid="25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7"/>
                                        </p:tgtEl>
                                        <p:attrNameLst>
                                          <p:attrName>style.visibility</p:attrName>
                                        </p:attrNameLst>
                                      </p:cBhvr>
                                      <p:to>
                                        <p:strVal val="visible"/>
                                      </p:to>
                                    </p:set>
                                    <p:animEffect filter="fade" transition="in">
                                      <p:cBhvr>
                                        <p:cTn dur="1000"/>
                                        <p:tgtEl>
                                          <p:spTgt spid="25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1" name="Shape 2511"/>
        <p:cNvGrpSpPr/>
        <p:nvPr/>
      </p:nvGrpSpPr>
      <p:grpSpPr>
        <a:xfrm>
          <a:off x="0" y="0"/>
          <a:ext cx="0" cy="0"/>
          <a:chOff x="0" y="0"/>
          <a:chExt cx="0" cy="0"/>
        </a:xfrm>
      </p:grpSpPr>
      <p:sp>
        <p:nvSpPr>
          <p:cNvPr id="2512" name="Google Shape;2512;p19"/>
          <p:cNvSpPr/>
          <p:nvPr/>
        </p:nvSpPr>
        <p:spPr>
          <a:xfrm>
            <a:off x="311150" y="1805650"/>
            <a:ext cx="4605300" cy="2603700"/>
          </a:xfrm>
          <a:prstGeom prst="roundRect">
            <a:avLst>
              <a:gd fmla="val 4934" name="adj"/>
            </a:avLst>
          </a:prstGeom>
          <a:solidFill>
            <a:schemeClr val="lt2"/>
          </a:solidFill>
          <a:ln>
            <a:noFill/>
          </a:ln>
          <a:effectLst>
            <a:outerShdw blurRad="57150" rotWithShape="0" algn="bl" dist="19050">
              <a:srgbClr val="000000">
                <a:alpha val="11764"/>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513" name="Google Shape;2513;p19"/>
          <p:cNvSpPr txBox="1"/>
          <p:nvPr>
            <p:ph type="title"/>
          </p:nvPr>
        </p:nvSpPr>
        <p:spPr>
          <a:xfrm>
            <a:off x="209775" y="468575"/>
            <a:ext cx="50160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4800"/>
              <a:buNone/>
            </a:pPr>
            <a:r>
              <a:rPr lang="en"/>
              <a:t>References</a:t>
            </a:r>
            <a:endParaRPr/>
          </a:p>
        </p:txBody>
      </p:sp>
      <p:sp>
        <p:nvSpPr>
          <p:cNvPr id="2514" name="Google Shape;2514;p19"/>
          <p:cNvSpPr txBox="1"/>
          <p:nvPr>
            <p:ph idx="2" type="body"/>
          </p:nvPr>
        </p:nvSpPr>
        <p:spPr>
          <a:xfrm>
            <a:off x="167325" y="-39600"/>
            <a:ext cx="8862300" cy="431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a:t>Jeffrey Resto</a:t>
            </a:r>
            <a:endParaRPr b="1"/>
          </a:p>
          <a:p>
            <a:pPr indent="0" lvl="0" marL="0" rtl="0" algn="l">
              <a:lnSpc>
                <a:spcPct val="100000"/>
              </a:lnSpc>
              <a:spcBef>
                <a:spcPts val="0"/>
              </a:spcBef>
              <a:spcAft>
                <a:spcPts val="0"/>
              </a:spcAft>
              <a:buSzPts val="800"/>
              <a:buNone/>
            </a:pPr>
            <a:r>
              <a:t/>
            </a:r>
            <a:endParaRPr/>
          </a:p>
        </p:txBody>
      </p:sp>
      <p:sp>
        <p:nvSpPr>
          <p:cNvPr id="2515" name="Google Shape;2515;p19"/>
          <p:cNvSpPr txBox="1"/>
          <p:nvPr/>
        </p:nvSpPr>
        <p:spPr>
          <a:xfrm>
            <a:off x="388300" y="1857875"/>
            <a:ext cx="41034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“What Is Phishing?” </a:t>
            </a:r>
            <a:r>
              <a:rPr b="0" i="1" lang="en" sz="1200" u="none" cap="none" strike="noStrike">
                <a:solidFill>
                  <a:schemeClr val="dk1"/>
                </a:solidFill>
                <a:latin typeface="Lexend Light"/>
                <a:ea typeface="Lexend Light"/>
                <a:cs typeface="Lexend Light"/>
                <a:sym typeface="Lexend Light"/>
              </a:rPr>
              <a:t>IBM</a:t>
            </a:r>
            <a:r>
              <a:rPr b="0" i="0" lang="en" sz="1200" u="none" cap="none" strike="noStrike">
                <a:solidFill>
                  <a:schemeClr val="dk1"/>
                </a:solidFill>
                <a:latin typeface="Lexend Light"/>
                <a:ea typeface="Lexend Light"/>
                <a:cs typeface="Lexend Light"/>
                <a:sym typeface="Lexend Light"/>
              </a:rPr>
              <a:t>, Matthew Kosinski, 17 Apr. 2025,</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	www.ibm.com/think/topics/phishing.</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Lexend Light"/>
                <a:ea typeface="Lexend Light"/>
                <a:cs typeface="Lexend Light"/>
                <a:sym typeface="Lexend Light"/>
              </a:rPr>
              <a:t>Hong, Jason. "The State of Phishing Attacks."</a:t>
            </a:r>
            <a:endParaRPr b="0" i="0" sz="1200" u="none" cap="none" strike="noStrike">
              <a:solidFill>
                <a:schemeClr val="dk1"/>
              </a:solidFill>
              <a:latin typeface="Lexend Light"/>
              <a:ea typeface="Lexend Light"/>
              <a:cs typeface="Lexend Light"/>
              <a:sym typeface="Lexend Light"/>
            </a:endParaRPr>
          </a:p>
          <a:p>
            <a:pPr indent="457200" lvl="0" marL="0" marR="0" rtl="0" algn="l">
              <a:lnSpc>
                <a:spcPct val="100000"/>
              </a:lnSpc>
              <a:spcBef>
                <a:spcPts val="0"/>
              </a:spcBef>
              <a:spcAft>
                <a:spcPts val="0"/>
              </a:spcAft>
              <a:buClr>
                <a:srgbClr val="000000"/>
              </a:buClr>
              <a:buSzPts val="1200"/>
              <a:buFont typeface="Arial"/>
              <a:buNone/>
            </a:pPr>
            <a:r>
              <a:rPr b="0" i="1" lang="en" sz="1200" u="none" cap="none" strike="noStrike">
                <a:solidFill>
                  <a:schemeClr val="dk1"/>
                </a:solidFill>
                <a:latin typeface="Lexend Light"/>
                <a:ea typeface="Lexend Light"/>
                <a:cs typeface="Lexend Light"/>
                <a:sym typeface="Lexend Light"/>
              </a:rPr>
              <a:t>Communications of the ACM</a:t>
            </a:r>
            <a:r>
              <a:rPr b="0" i="0" lang="en" sz="1200" u="none" cap="none" strike="noStrike">
                <a:solidFill>
                  <a:schemeClr val="dk1"/>
                </a:solidFill>
                <a:latin typeface="Lexend Light"/>
                <a:ea typeface="Lexend Light"/>
                <a:cs typeface="Lexend Light"/>
                <a:sym typeface="Lexend Light"/>
              </a:rPr>
              <a:t>, 2012.</a:t>
            </a:r>
            <a:endParaRPr b="0" i="0" sz="1200" u="none" cap="none" strike="noStrike">
              <a:solidFill>
                <a:schemeClr val="dk1"/>
              </a:solidFill>
              <a:latin typeface="Lexend Light"/>
              <a:ea typeface="Lexend Light"/>
              <a:cs typeface="Lexend Light"/>
              <a:sym typeface="Lexend Light"/>
            </a:endParaRPr>
          </a:p>
          <a:p>
            <a:pPr indent="45720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lang="en" sz="1200" u="sng">
                <a:solidFill>
                  <a:schemeClr val="hlink"/>
                </a:solidFill>
                <a:latin typeface="Lexend Light"/>
                <a:ea typeface="Lexend Light"/>
                <a:cs typeface="Lexend Light"/>
                <a:sym typeface="Lexend Light"/>
                <a:hlinkClick r:id="rId3"/>
              </a:rPr>
              <a:t>https://www.nltk.org/</a:t>
            </a:r>
            <a:endParaRPr sz="1200">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rPr lang="en" sz="1200" u="sng">
                <a:solidFill>
                  <a:schemeClr val="hlink"/>
                </a:solidFill>
                <a:latin typeface="Lexend Light"/>
                <a:ea typeface="Lexend Light"/>
                <a:cs typeface="Lexend Light"/>
                <a:sym typeface="Lexend Light"/>
                <a:hlinkClick r:id="rId4"/>
              </a:rPr>
              <a:t>https://caniphish.com/blog/how-to-create-a-phishing-website?utm_source=chatgpt.com</a:t>
            </a:r>
            <a:endParaRPr sz="1200">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Clr>
                <a:srgbClr val="000000"/>
              </a:buClr>
              <a:buSzPts val="1200"/>
              <a:buFont typeface="Arial"/>
              <a:buNone/>
            </a:pPr>
            <a:r>
              <a:t/>
            </a:r>
            <a:endParaRPr sz="1200">
              <a:solidFill>
                <a:schemeClr val="dk1"/>
              </a:solidFill>
              <a:latin typeface="Lexend Light"/>
              <a:ea typeface="Lexend Light"/>
              <a:cs typeface="Lexend Light"/>
              <a:sym typeface="Lexend Light"/>
            </a:endParaRPr>
          </a:p>
        </p:txBody>
      </p:sp>
      <p:sp>
        <p:nvSpPr>
          <p:cNvPr id="2516" name="Google Shape;2516;p19"/>
          <p:cNvSpPr/>
          <p:nvPr/>
        </p:nvSpPr>
        <p:spPr>
          <a:xfrm rot="-2281231">
            <a:off x="3338237" y="2459626"/>
            <a:ext cx="170330" cy="180080"/>
          </a:xfrm>
          <a:custGeom>
            <a:rect b="b" l="l" r="r" t="t"/>
            <a:pathLst>
              <a:path extrusionOk="0" h="5504" w="5206">
                <a:moveTo>
                  <a:pt x="2726" y="0"/>
                </a:moveTo>
                <a:lnTo>
                  <a:pt x="0" y="5493"/>
                </a:lnTo>
                <a:lnTo>
                  <a:pt x="2591" y="4653"/>
                </a:lnTo>
                <a:lnTo>
                  <a:pt x="5206" y="5504"/>
                </a:lnTo>
                <a:close/>
              </a:path>
            </a:pathLst>
          </a:custGeom>
          <a:solidFill>
            <a:schemeClr val="accent3"/>
          </a:solidFill>
          <a:ln>
            <a:noFill/>
          </a:ln>
        </p:spPr>
      </p:sp>
      <p:pic>
        <p:nvPicPr>
          <p:cNvPr id="2517" name="Google Shape;2517;p19"/>
          <p:cNvPicPr preferRelativeResize="0"/>
          <p:nvPr/>
        </p:nvPicPr>
        <p:blipFill>
          <a:blip r:embed="rId5">
            <a:alphaModFix/>
          </a:blip>
          <a:stretch>
            <a:fillRect/>
          </a:stretch>
        </p:blipFill>
        <p:spPr>
          <a:xfrm>
            <a:off x="5133025" y="521200"/>
            <a:ext cx="3674675" cy="23150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et To Know Me">
  <a:themeElements>
    <a:clrScheme name="Simple Light">
      <a:dk1>
        <a:srgbClr val="000000"/>
      </a:dk1>
      <a:lt1>
        <a:srgbClr val="4F4F4F"/>
      </a:lt1>
      <a:dk2>
        <a:srgbClr val="E7E7E7"/>
      </a:dk2>
      <a:lt2>
        <a:srgbClr val="FFFFFF"/>
      </a:lt2>
      <a:accent1>
        <a:srgbClr val="F4F2F2"/>
      </a:accent1>
      <a:accent2>
        <a:srgbClr val="119BFE"/>
      </a:accent2>
      <a:accent3>
        <a:srgbClr val="FF6B4D"/>
      </a:accent3>
      <a:accent4>
        <a:srgbClr val="28C840"/>
      </a:accent4>
      <a:accent5>
        <a:srgbClr val="FFC600"/>
      </a:accent5>
      <a:accent6>
        <a:srgbClr val="CCCCCC"/>
      </a:accent6>
      <a:hlink>
        <a:srgbClr val="E2AFD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